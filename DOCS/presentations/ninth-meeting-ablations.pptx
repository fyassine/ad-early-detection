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34"/>
  </p:notesMasterIdLst>
  <p:handoutMasterIdLst>
    <p:handoutMasterId r:id="rId35"/>
  </p:handoutMasterIdLst>
  <p:sldIdLst>
    <p:sldId id="437" r:id="rId7"/>
    <p:sldId id="397" r:id="rId8"/>
    <p:sldId id="401" r:id="rId9"/>
    <p:sldId id="398" r:id="rId10"/>
    <p:sldId id="402" r:id="rId11"/>
    <p:sldId id="405" r:id="rId12"/>
    <p:sldId id="403" r:id="rId13"/>
    <p:sldId id="399" r:id="rId14"/>
    <p:sldId id="369" r:id="rId15"/>
    <p:sldId id="370" r:id="rId16"/>
    <p:sldId id="392" r:id="rId17"/>
    <p:sldId id="371" r:id="rId18"/>
    <p:sldId id="372" r:id="rId19"/>
    <p:sldId id="373" r:id="rId20"/>
    <p:sldId id="375" r:id="rId21"/>
    <p:sldId id="394" r:id="rId22"/>
    <p:sldId id="376" r:id="rId23"/>
    <p:sldId id="393" r:id="rId24"/>
    <p:sldId id="391" r:id="rId25"/>
    <p:sldId id="390" r:id="rId26"/>
    <p:sldId id="378" r:id="rId27"/>
    <p:sldId id="377" r:id="rId28"/>
    <p:sldId id="389" r:id="rId29"/>
    <p:sldId id="379" r:id="rId30"/>
    <p:sldId id="395" r:id="rId31"/>
    <p:sldId id="380" r:id="rId32"/>
    <p:sldId id="381" r:id="rId33"/>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07" autoAdjust="0"/>
    <p:restoredTop sz="88272" autoAdjust="0"/>
  </p:normalViewPr>
  <p:slideViewPr>
    <p:cSldViewPr snapToGrid="0">
      <p:cViewPr>
        <p:scale>
          <a:sx n="213" d="100"/>
          <a:sy n="213" d="100"/>
        </p:scale>
        <p:origin x="144" y="144"/>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 Id="rId8" Type="http://schemas.openxmlformats.org/officeDocument/2006/relationships/slide" Target="slides/slide2.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486981848787888"/>
          <c:y val="2.9693859117812735E-3"/>
          <c:w val="0.4620606955380594"/>
          <c:h val="0.94046776541596178"/>
        </c:manualLayout>
      </c:layout>
      <c:barChart>
        <c:barDir val="bar"/>
        <c:grouping val="clustered"/>
        <c:varyColors val="0"/>
        <c:ser>
          <c:idx val="0"/>
          <c:order val="0"/>
          <c:tx>
            <c:strRef>
              <c:f>Tabelle1!$B$1</c:f>
              <c:strCache>
                <c:ptCount val="1"/>
                <c:pt idx="0">
                  <c:v>Datenreihe 1</c:v>
                </c:pt>
              </c:strCache>
            </c:strRef>
          </c:tx>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1B8-0F4C-898D-12584B14E9AB}"/>
            </c:ext>
          </c:extLst>
        </c:ser>
        <c:ser>
          <c:idx val="1"/>
          <c:order val="1"/>
          <c:tx>
            <c:strRef>
              <c:f>Tabelle1!$C$1</c:f>
              <c:strCache>
                <c:ptCount val="1"/>
                <c:pt idx="0">
                  <c:v>Datenreihe 2</c:v>
                </c:pt>
              </c:strCache>
            </c:strRef>
          </c:tx>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1B8-0F4C-898D-12584B14E9AB}"/>
            </c:ext>
          </c:extLst>
        </c:ser>
        <c:ser>
          <c:idx val="2"/>
          <c:order val="2"/>
          <c:tx>
            <c:strRef>
              <c:f>Tabelle1!$D$1</c:f>
              <c:strCache>
                <c:ptCount val="1"/>
                <c:pt idx="0">
                  <c:v>Datenreihe 3</c:v>
                </c:pt>
              </c:strCache>
            </c:strRef>
          </c:tx>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1B8-0F4C-898D-12584B14E9AB}"/>
            </c:ext>
          </c:extLst>
        </c:ser>
        <c:dLbls>
          <c:showLegendKey val="0"/>
          <c:showVal val="0"/>
          <c:showCatName val="0"/>
          <c:showSerName val="0"/>
          <c:showPercent val="0"/>
          <c:showBubbleSize val="0"/>
        </c:dLbls>
        <c:gapWidth val="150"/>
        <c:axId val="55609984"/>
        <c:axId val="55632256"/>
      </c:barChart>
      <c:catAx>
        <c:axId val="55609984"/>
        <c:scaling>
          <c:orientation val="maxMin"/>
        </c:scaling>
        <c:delete val="0"/>
        <c:axPos val="l"/>
        <c:numFmt formatCode="General" sourceLinked="0"/>
        <c:majorTickMark val="out"/>
        <c:minorTickMark val="none"/>
        <c:tickLblPos val="nextTo"/>
        <c:spPr>
          <a:ln>
            <a:noFill/>
          </a:ln>
        </c:spPr>
        <c:txPr>
          <a:bodyPr/>
          <a:lstStyle/>
          <a:p>
            <a:pPr>
              <a:defRPr sz="1200"/>
            </a:pPr>
            <a:endParaRPr lang="de-DE"/>
          </a:p>
        </c:txPr>
        <c:crossAx val="55632256"/>
        <c:crosses val="autoZero"/>
        <c:auto val="1"/>
        <c:lblAlgn val="ctr"/>
        <c:lblOffset val="100"/>
        <c:noMultiLvlLbl val="0"/>
      </c:catAx>
      <c:valAx>
        <c:axId val="55632256"/>
        <c:scaling>
          <c:orientation val="minMax"/>
        </c:scaling>
        <c:delete val="1"/>
        <c:axPos val="t"/>
        <c:numFmt formatCode="General" sourceLinked="1"/>
        <c:majorTickMark val="out"/>
        <c:minorTickMark val="none"/>
        <c:tickLblPos val="none"/>
        <c:crossAx val="55609984"/>
        <c:crosses val="autoZero"/>
        <c:crossBetween val="between"/>
      </c:valAx>
      <c:spPr>
        <a:noFill/>
        <a:ln w="25400">
          <a:noFill/>
        </a:ln>
      </c:spPr>
    </c:plotArea>
    <c:legend>
      <c:legendPos val="r"/>
      <c:legendEntry>
        <c:idx val="0"/>
        <c:txPr>
          <a:bodyPr/>
          <a:lstStyle/>
          <a:p>
            <a:pPr>
              <a:defRPr sz="1200"/>
            </a:pPr>
            <a:endParaRPr lang="de-DE"/>
          </a:p>
        </c:txPr>
      </c:legendEntry>
      <c:legendEntry>
        <c:idx val="1"/>
        <c:txPr>
          <a:bodyPr/>
          <a:lstStyle/>
          <a:p>
            <a:pPr>
              <a:defRPr sz="1200"/>
            </a:pPr>
            <a:endParaRPr lang="de-DE"/>
          </a:p>
        </c:txPr>
      </c:legendEntry>
      <c:legendEntry>
        <c:idx val="2"/>
        <c:txPr>
          <a:bodyPr/>
          <a:lstStyle/>
          <a:p>
            <a:pPr>
              <a:defRPr sz="1200"/>
            </a:pPr>
            <a:endParaRPr lang="de-DE"/>
          </a:p>
        </c:txPr>
      </c:legendEntry>
      <c:layout>
        <c:manualLayout>
          <c:xMode val="edge"/>
          <c:yMode val="edge"/>
          <c:x val="0.80149253731343284"/>
          <c:y val="0.52835304493820856"/>
          <c:w val="0.17581008344106258"/>
          <c:h val="0.39444292135547893"/>
        </c:manualLayout>
      </c:layout>
      <c:overlay val="0"/>
    </c:legend>
    <c:plotVisOnly val="1"/>
    <c:dispBlanksAs val="gap"/>
    <c:showDLblsOverMax val="0"/>
  </c:chart>
  <c:txPr>
    <a:bodyPr/>
    <a:lstStyle/>
    <a:p>
      <a:pPr>
        <a:defRPr sz="16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917781378035195E-2"/>
          <c:y val="4.8713503858794326E-2"/>
          <c:w val="0.72089832193327852"/>
          <c:h val="0.71127185070697474"/>
        </c:manualLayout>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E77-7A46-A340-586A45AE84A2}"/>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E77-7A46-A340-586A45AE84A2}"/>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E77-7A46-A340-586A45AE84A2}"/>
            </c:ext>
          </c:extLst>
        </c:ser>
        <c:dLbls>
          <c:showLegendKey val="0"/>
          <c:showVal val="0"/>
          <c:showCatName val="0"/>
          <c:showSerName val="0"/>
          <c:showPercent val="0"/>
          <c:showBubbleSize val="0"/>
        </c:dLbls>
        <c:gapWidth val="219"/>
        <c:overlap val="-27"/>
        <c:axId val="55849728"/>
        <c:axId val="55851264"/>
      </c:barChart>
      <c:catAx>
        <c:axId val="5584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crossAx val="55851264"/>
        <c:crosses val="autoZero"/>
        <c:auto val="1"/>
        <c:lblAlgn val="ctr"/>
        <c:lblOffset val="100"/>
        <c:noMultiLvlLbl val="0"/>
      </c:catAx>
      <c:valAx>
        <c:axId val="55851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55849728"/>
        <c:crosses val="autoZero"/>
        <c:crossBetween val="between"/>
      </c:valAx>
      <c:spPr>
        <a:noFill/>
        <a:ln>
          <a:noFill/>
        </a:ln>
        <a:effectLst/>
      </c:spPr>
    </c:plotArea>
    <c:legend>
      <c:legendPos val="b"/>
      <c:layout>
        <c:manualLayout>
          <c:xMode val="edge"/>
          <c:yMode val="edge"/>
          <c:x val="0.8154296124150936"/>
          <c:y val="0.49854001583135465"/>
          <c:w val="0.17871519121995594"/>
          <c:h val="0.296833828886698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21/08/2026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21/08/2026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txBody>
          <a:bodyPr/>
          <a:lstStyle/>
          <a:p>
            <a:endParaRPr lang="en-US"/>
          </a:p>
        </p:txBody>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16</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27</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image" Target="../media/image1.wmf"/><Relationship Id="rId4" Type="http://schemas.openxmlformats.org/officeDocument/2006/relationships/slideLayout" Target="../slideLayouts/slideLayout7.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3"/>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a:solidFill>
                  <a:schemeClr val="tx2"/>
                </a:solidFill>
                <a:latin typeface="+mn-lt"/>
              </a:rPr>
              <a:t>TUM</a:t>
            </a:r>
            <a:r>
              <a:rPr lang="de-DE" sz="800" baseline="0" dirty="0">
                <a:solidFill>
                  <a:schemeClr val="tx2"/>
                </a:solidFill>
                <a:latin typeface="+mn-lt"/>
              </a:rPr>
              <a:t> School </a:t>
            </a:r>
            <a:r>
              <a:rPr lang="de-DE" sz="800" baseline="0" dirty="0" err="1">
                <a:solidFill>
                  <a:schemeClr val="tx2"/>
                </a:solidFill>
                <a:latin typeface="+mn-lt"/>
              </a:rPr>
              <a:t>of</a:t>
            </a:r>
            <a:r>
              <a:rPr lang="de-DE" sz="800" dirty="0">
                <a:solidFill>
                  <a:schemeClr val="tx2"/>
                </a:solidFill>
                <a:latin typeface="+mn-lt"/>
              </a:rPr>
              <a:t> 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190048" y="680462"/>
            <a:ext cx="5113390" cy="4463039"/>
          </a:xfrm>
          <a:prstGeom prst="rect">
            <a:avLst/>
          </a:prstGeom>
        </p:spPr>
      </p:pic>
      <p:sp>
        <p:nvSpPr>
          <p:cNvPr id="5" name="Titel 4"/>
          <p:cNvSpPr>
            <a:spLocks noGrp="1"/>
          </p:cNvSpPr>
          <p:nvPr>
            <p:ph type="title"/>
          </p:nvPr>
        </p:nvSpPr>
        <p:spPr>
          <a:xfrm>
            <a:off x="319091" y="881762"/>
            <a:ext cx="8508999" cy="1294368"/>
          </a:xfrm>
        </p:spPr>
        <p:txBody>
          <a:bodyPr>
            <a:normAutofit/>
          </a:bodyPr>
          <a:lstStyle/>
          <a:p>
            <a:pPr>
              <a:lnSpc>
                <a:spcPct val="100000"/>
              </a:lnSpc>
              <a:spcAft>
                <a:spcPts val="100"/>
              </a:spcAft>
            </a:pPr>
            <a:r>
              <a:rPr lang="en-US" sz="2800" b="1" dirty="0">
                <a:solidFill>
                  <a:srgbClr val="0064BD"/>
                </a:solidFill>
              </a:rPr>
              <a:t>Ablations + SOTA</a:t>
            </a:r>
            <a:br>
              <a:rPr lang="en-US" sz="1000" b="1" dirty="0"/>
            </a:br>
            <a:r>
              <a:rPr lang="de-DE" sz="1400" b="1" dirty="0"/>
              <a:t>Fraj Yassine Lakhal</a:t>
            </a:r>
            <a:br>
              <a:rPr lang="de-DE" sz="1100" dirty="0"/>
            </a:br>
            <a:r>
              <a:rPr lang="en-US" sz="1400" dirty="0"/>
              <a:t>TUM School of Computation, Information and Technology</a:t>
            </a:r>
            <a:br>
              <a:rPr lang="de-DE" sz="1800" dirty="0"/>
            </a:br>
            <a:endParaRPr lang="en-US" sz="2800" b="1" dirty="0"/>
          </a:p>
        </p:txBody>
      </p:sp>
      <p:sp>
        <p:nvSpPr>
          <p:cNvPr id="3" name="Inhaltsplatzhalter 2"/>
          <p:cNvSpPr>
            <a:spLocks noGrp="1"/>
          </p:cNvSpPr>
          <p:nvPr>
            <p:ph idx="10"/>
          </p:nvPr>
        </p:nvSpPr>
        <p:spPr>
          <a:xfrm>
            <a:off x="315913" y="2590647"/>
            <a:ext cx="3682547" cy="2606968"/>
          </a:xfrm>
        </p:spPr>
        <p:txBody>
          <a:bodyPr/>
          <a:lstStyle/>
          <a:p>
            <a:r>
              <a:rPr lang="en-US" sz="900" b="1" dirty="0"/>
              <a:t>Functional Neuroimaging, LMU</a:t>
            </a:r>
          </a:p>
          <a:p>
            <a:r>
              <a:rPr lang="de-DE" sz="900" dirty="0">
                <a:solidFill>
                  <a:schemeClr val="bg1">
                    <a:lumMod val="50000"/>
                  </a:schemeClr>
                </a:solidFill>
              </a:rPr>
              <a:t>Supervisor: </a:t>
            </a:r>
            <a:r>
              <a:rPr lang="de-DE" sz="900" dirty="0"/>
              <a:t>Dr. med. Stephan Wunderlich</a:t>
            </a:r>
          </a:p>
          <a:p>
            <a:endParaRPr lang="de-DE" sz="900" i="1" dirty="0"/>
          </a:p>
          <a:p>
            <a:r>
              <a:rPr lang="en-US" sz="900" b="1" dirty="0"/>
              <a:t>Computer Aided Medical Procedures &amp; Augmented Reality, TUM</a:t>
            </a:r>
          </a:p>
          <a:p>
            <a:r>
              <a:rPr lang="en-US" sz="900" dirty="0">
                <a:solidFill>
                  <a:schemeClr val="bg1">
                    <a:lumMod val="50000"/>
                  </a:schemeClr>
                </a:solidFill>
              </a:rPr>
              <a:t>Supervisor(s): </a:t>
            </a:r>
            <a:r>
              <a:rPr lang="en-US" sz="900" dirty="0"/>
              <a:t>M.Sc. Chantal Pellegrini, Dr. Shahrooz Faghihroohi</a:t>
            </a:r>
            <a:endParaRPr lang="en-US" sz="900" i="1" dirty="0"/>
          </a:p>
          <a:p>
            <a:endParaRPr lang="en-US" i="1" dirty="0"/>
          </a:p>
          <a:p>
            <a:endParaRPr lang="en-US" i="1" dirty="0"/>
          </a:p>
        </p:txBody>
      </p:sp>
      <p:sp>
        <p:nvSpPr>
          <p:cNvPr id="7" name="TextBox 6">
            <a:extLst>
              <a:ext uri="{FF2B5EF4-FFF2-40B4-BE49-F238E27FC236}">
                <a16:creationId xmlns:a16="http://schemas.microsoft.com/office/drawing/2014/main" id="{4184250C-65B7-1FC9-52C3-8EE2008FD156}"/>
              </a:ext>
            </a:extLst>
          </p:cNvPr>
          <p:cNvSpPr txBox="1"/>
          <p:nvPr/>
        </p:nvSpPr>
        <p:spPr>
          <a:xfrm>
            <a:off x="228851" y="4891328"/>
            <a:ext cx="4572000" cy="215444"/>
          </a:xfrm>
          <a:prstGeom prst="rect">
            <a:avLst/>
          </a:prstGeom>
          <a:noFill/>
        </p:spPr>
        <p:txBody>
          <a:bodyPr wrap="square">
            <a:spAutoFit/>
          </a:bodyPr>
          <a:lstStyle/>
          <a:p>
            <a:r>
              <a:rPr lang="de-DE" sz="800" b="1" dirty="0">
                <a:solidFill>
                  <a:schemeClr val="tx2"/>
                </a:solidFill>
              </a:rPr>
              <a:t>München, 23.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F7F07C-B0CA-099A-F2CA-AA30F01C7839}"/>
              </a:ext>
            </a:extLst>
          </p:cNvPr>
          <p:cNvSpPr>
            <a:spLocks noGrp="1"/>
          </p:cNvSpPr>
          <p:nvPr>
            <p:ph idx="1"/>
          </p:nvPr>
        </p:nvSpPr>
        <p:spPr/>
        <p:txBody>
          <a:bodyPr/>
          <a:lstStyle/>
          <a:p>
            <a:r>
              <a:rPr lang="en-US" dirty="0"/>
              <a:t>Ablations</a:t>
            </a:r>
          </a:p>
          <a:p>
            <a:r>
              <a:rPr lang="en-US" dirty="0"/>
              <a:t>SOTA Comparison</a:t>
            </a:r>
          </a:p>
          <a:p>
            <a:endParaRPr lang="en-US" dirty="0"/>
          </a:p>
        </p:txBody>
      </p:sp>
      <p:sp>
        <p:nvSpPr>
          <p:cNvPr id="3" name="Title 2">
            <a:extLst>
              <a:ext uri="{FF2B5EF4-FFF2-40B4-BE49-F238E27FC236}">
                <a16:creationId xmlns:a16="http://schemas.microsoft.com/office/drawing/2014/main" id="{79495F4D-F35D-E49B-9B4A-FE2215245DBD}"/>
              </a:ext>
            </a:extLst>
          </p:cNvPr>
          <p:cNvSpPr>
            <a:spLocks noGrp="1"/>
          </p:cNvSpPr>
          <p:nvPr>
            <p:ph type="title"/>
          </p:nvPr>
        </p:nvSpPr>
        <p:spPr>
          <a:xfrm>
            <a:off x="319090" y="972000"/>
            <a:ext cx="8508999" cy="380810"/>
          </a:xfrm>
        </p:spPr>
        <p:txBody>
          <a:bodyPr/>
          <a:lstStyle/>
          <a:p>
            <a:r>
              <a:rPr lang="en-US" dirty="0"/>
              <a:t>Outline</a:t>
            </a:r>
          </a:p>
        </p:txBody>
      </p:sp>
      <p:sp>
        <p:nvSpPr>
          <p:cNvPr id="4" name="Slide Number Placeholder 3">
            <a:extLst>
              <a:ext uri="{FF2B5EF4-FFF2-40B4-BE49-F238E27FC236}">
                <a16:creationId xmlns:a16="http://schemas.microsoft.com/office/drawing/2014/main" id="{886FA589-0DC0-7A98-1768-66AAB4AF0A41}"/>
              </a:ext>
            </a:extLst>
          </p:cNvPr>
          <p:cNvSpPr>
            <a:spLocks noGrp="1"/>
          </p:cNvSpPr>
          <p:nvPr>
            <p:ph type="sldNum" sz="quarter" idx="11"/>
          </p:nvPr>
        </p:nvSpPr>
        <p:spPr/>
        <p:txBody>
          <a:bodyPr/>
          <a:lstStyle/>
          <a:p>
            <a:fld id="{CE58CB1E-F828-4F11-99E0-327109AF9DA4}" type="slidenum">
              <a:rPr lang="de-DE" smtClean="0"/>
              <a:pPr/>
              <a:t>2</a:t>
            </a:fld>
            <a:endParaRPr lang="de-DE" dirty="0"/>
          </a:p>
        </p:txBody>
      </p:sp>
    </p:spTree>
    <p:extLst>
      <p:ext uri="{BB962C8B-B14F-4D97-AF65-F5344CB8AC3E}">
        <p14:creationId xmlns:p14="http://schemas.microsoft.com/office/powerpoint/2010/main" val="369463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90BF8-A34E-12C2-30E3-CD003E6DCF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5D272B-BACA-C197-C950-CB24E78035EA}"/>
              </a:ext>
            </a:extLst>
          </p:cNvPr>
          <p:cNvSpPr>
            <a:spLocks noGrp="1"/>
          </p:cNvSpPr>
          <p:nvPr>
            <p:ph type="title"/>
          </p:nvPr>
        </p:nvSpPr>
        <p:spPr>
          <a:xfrm>
            <a:off x="319090" y="972000"/>
            <a:ext cx="8508999" cy="410369"/>
          </a:xfrm>
        </p:spPr>
        <p:txBody>
          <a:bodyPr wrap="square" anchor="t">
            <a:normAutofit/>
          </a:bodyPr>
          <a:lstStyle/>
          <a:p>
            <a:r>
              <a:rPr lang="en-US" dirty="0"/>
              <a:t>Ablations</a:t>
            </a:r>
          </a:p>
        </p:txBody>
      </p:sp>
      <p:sp>
        <p:nvSpPr>
          <p:cNvPr id="4" name="Slide Number Placeholder 3">
            <a:extLst>
              <a:ext uri="{FF2B5EF4-FFF2-40B4-BE49-F238E27FC236}">
                <a16:creationId xmlns:a16="http://schemas.microsoft.com/office/drawing/2014/main" id="{E70FFDEF-27CD-6C03-14E1-DD4C424DCD07}"/>
              </a:ext>
            </a:extLst>
          </p:cNvPr>
          <p:cNvSpPr>
            <a:spLocks noGrp="1"/>
          </p:cNvSpPr>
          <p:nvPr>
            <p:ph type="sldNum" sz="quarter" idx="11"/>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3</a:t>
            </a:fld>
            <a:endParaRPr lang="de-DE"/>
          </a:p>
        </p:txBody>
      </p:sp>
      <p:pic>
        <p:nvPicPr>
          <p:cNvPr id="8" name="Content Placeholder 7">
            <a:extLst>
              <a:ext uri="{FF2B5EF4-FFF2-40B4-BE49-F238E27FC236}">
                <a16:creationId xmlns:a16="http://schemas.microsoft.com/office/drawing/2014/main" id="{B6A12988-4468-BADD-DE76-005E857625FF}"/>
              </a:ext>
            </a:extLst>
          </p:cNvPr>
          <p:cNvPicPr>
            <a:picLocks noGrp="1" noChangeAspect="1"/>
          </p:cNvPicPr>
          <p:nvPr>
            <p:ph idx="1"/>
          </p:nvPr>
        </p:nvPicPr>
        <p:blipFill>
          <a:blip r:embed="rId2"/>
          <a:stretch>
            <a:fillRect/>
          </a:stretch>
        </p:blipFill>
        <p:spPr>
          <a:xfrm>
            <a:off x="319088" y="2315311"/>
            <a:ext cx="8509000" cy="1665403"/>
          </a:xfrm>
          <a:prstGeom prst="rect">
            <a:avLst/>
          </a:prstGeom>
          <a:noFill/>
          <a:ln w="9525">
            <a:noFill/>
            <a:miter lim="800000"/>
            <a:headEnd/>
            <a:tailEnd/>
          </a:ln>
        </p:spPr>
      </p:pic>
    </p:spTree>
    <p:extLst>
      <p:ext uri="{BB962C8B-B14F-4D97-AF65-F5344CB8AC3E}">
        <p14:creationId xmlns:p14="http://schemas.microsoft.com/office/powerpoint/2010/main" val="1132390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D4808-202C-010F-F95B-BEAF67AC861C}"/>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2B17BD6-6417-6097-E839-4EAB6B1D57F9}"/>
              </a:ext>
            </a:extLst>
          </p:cNvPr>
          <p:cNvPicPr>
            <a:picLocks noGrp="1" noChangeAspect="1"/>
          </p:cNvPicPr>
          <p:nvPr>
            <p:ph idx="1"/>
          </p:nvPr>
        </p:nvPicPr>
        <p:blipFill>
          <a:blip r:embed="rId2"/>
          <a:stretch>
            <a:fillRect/>
          </a:stretch>
        </p:blipFill>
        <p:spPr>
          <a:xfrm>
            <a:off x="1285510" y="1526321"/>
            <a:ext cx="6358874" cy="3465586"/>
          </a:xfrm>
          <a:prstGeom prst="rect">
            <a:avLst/>
          </a:prstGeom>
          <a:noFill/>
          <a:ln w="9525">
            <a:noFill/>
            <a:miter lim="800000"/>
            <a:headEnd/>
            <a:tailEnd/>
          </a:ln>
        </p:spPr>
      </p:pic>
      <p:sp>
        <p:nvSpPr>
          <p:cNvPr id="3" name="Title 2">
            <a:extLst>
              <a:ext uri="{FF2B5EF4-FFF2-40B4-BE49-F238E27FC236}">
                <a16:creationId xmlns:a16="http://schemas.microsoft.com/office/drawing/2014/main" id="{77B05104-3CF3-10C1-936A-6604BA949551}"/>
              </a:ext>
            </a:extLst>
          </p:cNvPr>
          <p:cNvSpPr>
            <a:spLocks noGrp="1"/>
          </p:cNvSpPr>
          <p:nvPr>
            <p:ph type="title"/>
          </p:nvPr>
        </p:nvSpPr>
        <p:spPr>
          <a:xfrm>
            <a:off x="319090" y="972000"/>
            <a:ext cx="8508999" cy="410369"/>
          </a:xfrm>
        </p:spPr>
        <p:txBody>
          <a:bodyPr wrap="square" anchor="t">
            <a:normAutofit/>
          </a:bodyPr>
          <a:lstStyle/>
          <a:p>
            <a:r>
              <a:rPr lang="en-US" dirty="0"/>
              <a:t>Ablations</a:t>
            </a:r>
          </a:p>
        </p:txBody>
      </p:sp>
      <p:sp>
        <p:nvSpPr>
          <p:cNvPr id="4" name="Slide Number Placeholder 3">
            <a:extLst>
              <a:ext uri="{FF2B5EF4-FFF2-40B4-BE49-F238E27FC236}">
                <a16:creationId xmlns:a16="http://schemas.microsoft.com/office/drawing/2014/main" id="{7640CBC8-1395-A515-56BA-0338C12FEAE8}"/>
              </a:ext>
            </a:extLst>
          </p:cNvPr>
          <p:cNvSpPr>
            <a:spLocks noGrp="1"/>
          </p:cNvSpPr>
          <p:nvPr>
            <p:ph type="sldNum" sz="quarter" idx="11"/>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4</a:t>
            </a:fld>
            <a:endParaRPr lang="de-DE"/>
          </a:p>
        </p:txBody>
      </p:sp>
    </p:spTree>
    <p:extLst>
      <p:ext uri="{BB962C8B-B14F-4D97-AF65-F5344CB8AC3E}">
        <p14:creationId xmlns:p14="http://schemas.microsoft.com/office/powerpoint/2010/main" val="2118249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632B03-EEEC-724C-16A6-B5E83019C6AE}"/>
              </a:ext>
            </a:extLst>
          </p:cNvPr>
          <p:cNvSpPr>
            <a:spLocks noGrp="1"/>
          </p:cNvSpPr>
          <p:nvPr>
            <p:ph type="title"/>
          </p:nvPr>
        </p:nvSpPr>
        <p:spPr>
          <a:xfrm>
            <a:off x="319090" y="972000"/>
            <a:ext cx="8508999" cy="380745"/>
          </a:xfrm>
        </p:spPr>
        <p:txBody>
          <a:bodyPr/>
          <a:lstStyle/>
          <a:p>
            <a:r>
              <a:rPr lang="en-US" dirty="0"/>
              <a:t>SOTA Comparison</a:t>
            </a:r>
          </a:p>
        </p:txBody>
      </p:sp>
      <p:sp>
        <p:nvSpPr>
          <p:cNvPr id="4" name="Slide Number Placeholder 3">
            <a:extLst>
              <a:ext uri="{FF2B5EF4-FFF2-40B4-BE49-F238E27FC236}">
                <a16:creationId xmlns:a16="http://schemas.microsoft.com/office/drawing/2014/main" id="{93BA2C34-2C81-B692-B5F7-EF2A1F468261}"/>
              </a:ext>
            </a:extLst>
          </p:cNvPr>
          <p:cNvSpPr>
            <a:spLocks noGrp="1"/>
          </p:cNvSpPr>
          <p:nvPr>
            <p:ph type="sldNum" sz="quarter" idx="11"/>
          </p:nvPr>
        </p:nvSpPr>
        <p:spPr/>
        <p:txBody>
          <a:bodyPr/>
          <a:lstStyle/>
          <a:p>
            <a:fld id="{CE58CB1E-F828-4F11-99E0-327109AF9DA4}" type="slidenum">
              <a:rPr lang="de-DE" smtClean="0"/>
              <a:pPr/>
              <a:t>5</a:t>
            </a:fld>
            <a:endParaRPr lang="de-DE" dirty="0"/>
          </a:p>
        </p:txBody>
      </p:sp>
      <p:pic>
        <p:nvPicPr>
          <p:cNvPr id="11" name="Content Placeholder 10">
            <a:extLst>
              <a:ext uri="{FF2B5EF4-FFF2-40B4-BE49-F238E27FC236}">
                <a16:creationId xmlns:a16="http://schemas.microsoft.com/office/drawing/2014/main" id="{661D015E-FA5B-F090-F874-584A572776DD}"/>
              </a:ext>
            </a:extLst>
          </p:cNvPr>
          <p:cNvPicPr>
            <a:picLocks noGrp="1" noChangeAspect="1"/>
          </p:cNvPicPr>
          <p:nvPr>
            <p:ph idx="1"/>
          </p:nvPr>
        </p:nvPicPr>
        <p:blipFill>
          <a:blip r:embed="rId2"/>
          <a:stretch>
            <a:fillRect/>
          </a:stretch>
        </p:blipFill>
        <p:spPr>
          <a:xfrm>
            <a:off x="319088" y="2275493"/>
            <a:ext cx="8509000" cy="1745039"/>
          </a:xfrm>
          <a:prstGeom prst="rect">
            <a:avLst/>
          </a:prstGeom>
          <a:noFill/>
          <a:ln w="9525">
            <a:noFill/>
            <a:miter lim="800000"/>
            <a:headEnd/>
            <a:tailEnd/>
          </a:ln>
        </p:spPr>
      </p:pic>
      <p:sp>
        <p:nvSpPr>
          <p:cNvPr id="12" name="Title 2">
            <a:extLst>
              <a:ext uri="{FF2B5EF4-FFF2-40B4-BE49-F238E27FC236}">
                <a16:creationId xmlns:a16="http://schemas.microsoft.com/office/drawing/2014/main" id="{AA486F5D-5551-3A2D-E845-461A4BEA98A6}"/>
              </a:ext>
            </a:extLst>
          </p:cNvPr>
          <p:cNvSpPr txBox="1">
            <a:spLocks/>
          </p:cNvSpPr>
          <p:nvPr/>
        </p:nvSpPr>
        <p:spPr>
          <a:xfrm>
            <a:off x="319088" y="1401385"/>
            <a:ext cx="8508999" cy="36612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sz="2000" dirty="0">
                <a:solidFill>
                  <a:schemeClr val="bg2"/>
                </a:solidFill>
              </a:rPr>
              <a:t>Visit window</a:t>
            </a:r>
          </a:p>
        </p:txBody>
      </p:sp>
    </p:spTree>
    <p:extLst>
      <p:ext uri="{BB962C8B-B14F-4D97-AF65-F5344CB8AC3E}">
        <p14:creationId xmlns:p14="http://schemas.microsoft.com/office/powerpoint/2010/main" val="3890839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8CAA1-272A-9079-3B93-2852DCFBCD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320F1C-FE4E-BABB-6828-F066D273B668}"/>
              </a:ext>
            </a:extLst>
          </p:cNvPr>
          <p:cNvSpPr>
            <a:spLocks noGrp="1"/>
          </p:cNvSpPr>
          <p:nvPr>
            <p:ph type="title"/>
          </p:nvPr>
        </p:nvSpPr>
        <p:spPr>
          <a:xfrm>
            <a:off x="319090" y="972000"/>
            <a:ext cx="8508999" cy="380745"/>
          </a:xfrm>
        </p:spPr>
        <p:txBody>
          <a:bodyPr/>
          <a:lstStyle/>
          <a:p>
            <a:r>
              <a:rPr lang="en-US" dirty="0"/>
              <a:t>SOTA Comparison</a:t>
            </a:r>
          </a:p>
        </p:txBody>
      </p:sp>
      <p:sp>
        <p:nvSpPr>
          <p:cNvPr id="4" name="Slide Number Placeholder 3">
            <a:extLst>
              <a:ext uri="{FF2B5EF4-FFF2-40B4-BE49-F238E27FC236}">
                <a16:creationId xmlns:a16="http://schemas.microsoft.com/office/drawing/2014/main" id="{26D328AC-33FC-75CF-B086-0F6386C06D8E}"/>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8" name="Title 2">
            <a:extLst>
              <a:ext uri="{FF2B5EF4-FFF2-40B4-BE49-F238E27FC236}">
                <a16:creationId xmlns:a16="http://schemas.microsoft.com/office/drawing/2014/main" id="{81683F0E-DF0A-AB13-E3B5-80E66B08C30D}"/>
              </a:ext>
            </a:extLst>
          </p:cNvPr>
          <p:cNvSpPr txBox="1">
            <a:spLocks/>
          </p:cNvSpPr>
          <p:nvPr/>
        </p:nvSpPr>
        <p:spPr>
          <a:xfrm>
            <a:off x="319088" y="1401385"/>
            <a:ext cx="8508999" cy="36612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sz="2000" dirty="0">
                <a:solidFill>
                  <a:schemeClr val="bg2"/>
                </a:solidFill>
              </a:rPr>
              <a:t>Fix for open-source code</a:t>
            </a:r>
          </a:p>
        </p:txBody>
      </p:sp>
      <p:pic>
        <p:nvPicPr>
          <p:cNvPr id="9" name="Content Placeholder 8">
            <a:extLst>
              <a:ext uri="{FF2B5EF4-FFF2-40B4-BE49-F238E27FC236}">
                <a16:creationId xmlns:a16="http://schemas.microsoft.com/office/drawing/2014/main" id="{DB62A7CB-C404-4287-41B8-FF29BD225AEE}"/>
              </a:ext>
            </a:extLst>
          </p:cNvPr>
          <p:cNvPicPr>
            <a:picLocks noGrp="1" noChangeAspect="1"/>
          </p:cNvPicPr>
          <p:nvPr>
            <p:ph idx="1"/>
          </p:nvPr>
        </p:nvPicPr>
        <p:blipFill>
          <a:blip r:embed="rId2"/>
          <a:stretch>
            <a:fillRect/>
          </a:stretch>
        </p:blipFill>
        <p:spPr>
          <a:xfrm>
            <a:off x="573741" y="1881615"/>
            <a:ext cx="7800514" cy="2988750"/>
          </a:xfrm>
          <a:prstGeom prst="rect">
            <a:avLst/>
          </a:prstGeom>
          <a:noFill/>
          <a:ln w="9525">
            <a:noFill/>
            <a:miter lim="800000"/>
            <a:headEnd/>
            <a:tailEnd/>
          </a:ln>
        </p:spPr>
      </p:pic>
    </p:spTree>
    <p:extLst>
      <p:ext uri="{BB962C8B-B14F-4D97-AF65-F5344CB8AC3E}">
        <p14:creationId xmlns:p14="http://schemas.microsoft.com/office/powerpoint/2010/main" val="2420752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96D83-6F0E-FA3E-0488-F957F1D53048}"/>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5E8C28-177A-6F84-CE93-030AE82900C4}"/>
              </a:ext>
            </a:extLst>
          </p:cNvPr>
          <p:cNvPicPr>
            <a:picLocks noGrp="1" noChangeAspect="1"/>
          </p:cNvPicPr>
          <p:nvPr>
            <p:ph idx="1"/>
          </p:nvPr>
        </p:nvPicPr>
        <p:blipFill>
          <a:blip r:embed="rId2"/>
          <a:stretch>
            <a:fillRect/>
          </a:stretch>
        </p:blipFill>
        <p:spPr>
          <a:xfrm>
            <a:off x="319088" y="2009519"/>
            <a:ext cx="8509000" cy="2276986"/>
          </a:xfrm>
          <a:prstGeom prst="rect">
            <a:avLst/>
          </a:prstGeom>
          <a:noFill/>
          <a:ln w="9525">
            <a:noFill/>
            <a:miter lim="800000"/>
            <a:headEnd/>
            <a:tailEnd/>
          </a:ln>
        </p:spPr>
      </p:pic>
      <p:sp>
        <p:nvSpPr>
          <p:cNvPr id="3" name="Title 2">
            <a:extLst>
              <a:ext uri="{FF2B5EF4-FFF2-40B4-BE49-F238E27FC236}">
                <a16:creationId xmlns:a16="http://schemas.microsoft.com/office/drawing/2014/main" id="{BAD0B790-BB1D-14D0-BEFE-8D03F3F26B58}"/>
              </a:ext>
            </a:extLst>
          </p:cNvPr>
          <p:cNvSpPr>
            <a:spLocks noGrp="1"/>
          </p:cNvSpPr>
          <p:nvPr>
            <p:ph type="title"/>
          </p:nvPr>
        </p:nvSpPr>
        <p:spPr>
          <a:xfrm>
            <a:off x="319090" y="972000"/>
            <a:ext cx="8508999" cy="380745"/>
          </a:xfrm>
        </p:spPr>
        <p:txBody>
          <a:bodyPr/>
          <a:lstStyle/>
          <a:p>
            <a:r>
              <a:rPr lang="en-US" dirty="0"/>
              <a:t>SOTA Comparison</a:t>
            </a:r>
          </a:p>
        </p:txBody>
      </p:sp>
      <p:sp>
        <p:nvSpPr>
          <p:cNvPr id="4" name="Slide Number Placeholder 3">
            <a:extLst>
              <a:ext uri="{FF2B5EF4-FFF2-40B4-BE49-F238E27FC236}">
                <a16:creationId xmlns:a16="http://schemas.microsoft.com/office/drawing/2014/main" id="{6F31FC3C-D37C-B9E0-F2D2-163EC24AE760}"/>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Tree>
    <p:extLst>
      <p:ext uri="{BB962C8B-B14F-4D97-AF65-F5344CB8AC3E}">
        <p14:creationId xmlns:p14="http://schemas.microsoft.com/office/powerpoint/2010/main" val="2523720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8374C-836E-4476-37AD-79282E45AB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17E636-74E0-CA72-89B8-C48765B43850}"/>
              </a:ext>
            </a:extLst>
          </p:cNvPr>
          <p:cNvSpPr>
            <a:spLocks noGrp="1"/>
          </p:cNvSpPr>
          <p:nvPr>
            <p:ph type="title"/>
          </p:nvPr>
        </p:nvSpPr>
        <p:spPr>
          <a:xfrm>
            <a:off x="319090" y="972000"/>
            <a:ext cx="8508999" cy="410369"/>
          </a:xfrm>
        </p:spPr>
        <p:txBody>
          <a:bodyPr wrap="square" anchor="t">
            <a:normAutofit/>
          </a:bodyPr>
          <a:lstStyle/>
          <a:p>
            <a:r>
              <a:rPr lang="en-US" dirty="0"/>
              <a:t>SOTA Comparison</a:t>
            </a:r>
          </a:p>
        </p:txBody>
      </p:sp>
      <p:sp>
        <p:nvSpPr>
          <p:cNvPr id="4" name="Slide Number Placeholder 3">
            <a:extLst>
              <a:ext uri="{FF2B5EF4-FFF2-40B4-BE49-F238E27FC236}">
                <a16:creationId xmlns:a16="http://schemas.microsoft.com/office/drawing/2014/main" id="{A8C6BF61-8B19-6DF4-F8E7-B483F6686E9A}"/>
              </a:ext>
            </a:extLst>
          </p:cNvPr>
          <p:cNvSpPr>
            <a:spLocks noGrp="1"/>
          </p:cNvSpPr>
          <p:nvPr>
            <p:ph type="sldNum" sz="quarter" idx="11"/>
          </p:nvPr>
        </p:nvSpPr>
        <p:spPr>
          <a:xfrm>
            <a:off x="6774934" y="4854985"/>
            <a:ext cx="2052074" cy="273844"/>
          </a:xfrm>
        </p:spPr>
        <p:txBody>
          <a:bodyPr anchor="ctr">
            <a:normAutofit/>
          </a:bodyPr>
          <a:lstStyle/>
          <a:p>
            <a:pPr>
              <a:spcAft>
                <a:spcPts val="600"/>
              </a:spcAft>
            </a:pPr>
            <a:fld id="{CE58CB1E-F828-4F11-99E0-327109AF9DA4}" type="slidenum">
              <a:rPr lang="de-DE" smtClean="0"/>
              <a:pPr>
                <a:spcAft>
                  <a:spcPts val="600"/>
                </a:spcAft>
              </a:pPr>
              <a:t>8</a:t>
            </a:fld>
            <a:endParaRPr lang="de-DE"/>
          </a:p>
        </p:txBody>
      </p:sp>
      <p:pic>
        <p:nvPicPr>
          <p:cNvPr id="8" name="Content Placeholder 7">
            <a:extLst>
              <a:ext uri="{FF2B5EF4-FFF2-40B4-BE49-F238E27FC236}">
                <a16:creationId xmlns:a16="http://schemas.microsoft.com/office/drawing/2014/main" id="{C781A4B9-FA15-A5A3-8B4D-395909033007}"/>
              </a:ext>
            </a:extLst>
          </p:cNvPr>
          <p:cNvPicPr>
            <a:picLocks noGrp="1" noChangeAspect="1"/>
          </p:cNvPicPr>
          <p:nvPr>
            <p:ph idx="1"/>
          </p:nvPr>
        </p:nvPicPr>
        <p:blipFill>
          <a:blip r:embed="rId2"/>
          <a:stretch>
            <a:fillRect/>
          </a:stretch>
        </p:blipFill>
        <p:spPr>
          <a:xfrm>
            <a:off x="1317450" y="1618130"/>
            <a:ext cx="6509100" cy="3396052"/>
          </a:xfrm>
          <a:prstGeom prst="rect">
            <a:avLst/>
          </a:prstGeom>
          <a:noFill/>
          <a:ln w="9525">
            <a:noFill/>
            <a:miter lim="800000"/>
            <a:headEnd/>
            <a:tailEnd/>
          </a:ln>
        </p:spPr>
      </p:pic>
    </p:spTree>
    <p:extLst>
      <p:ext uri="{BB962C8B-B14F-4D97-AF65-F5344CB8AC3E}">
        <p14:creationId xmlns:p14="http://schemas.microsoft.com/office/powerpoint/2010/main" val="1457815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endParaRPr lang="de-DE" dirty="0"/>
          </a:p>
          <a:p>
            <a:r>
              <a:rPr lang="de-DE" dirty="0"/>
              <a:t>Dieser Folienmaster gilt bei offiziellen Präsentationen im Rahmen der TUM.</a:t>
            </a:r>
            <a:br>
              <a:rPr lang="de-DE" dirty="0"/>
            </a:br>
            <a:r>
              <a:rPr lang="de-DE" dirty="0"/>
              <a:t>Es ist darauf zu achten, dass wir uns in einem durchgängigen Layout präsentieren.</a:t>
            </a:r>
          </a:p>
          <a:p>
            <a:endParaRPr lang="de-DE" dirty="0"/>
          </a:p>
          <a:p>
            <a:r>
              <a:rPr lang="de-DE" dirty="0"/>
              <a:t>Abweichungen vom vorgegebenen Layout bitte auf ein Minimum reduzieren.</a:t>
            </a:r>
          </a:p>
        </p:txBody>
      </p:sp>
      <p:sp>
        <p:nvSpPr>
          <p:cNvPr id="3" name="Titel 2"/>
          <p:cNvSpPr>
            <a:spLocks noGrp="1"/>
          </p:cNvSpPr>
          <p:nvPr>
            <p:ph type="title"/>
          </p:nvPr>
        </p:nvSpPr>
        <p:spPr/>
        <p:txBody>
          <a:bodyPr/>
          <a:lstStyle/>
          <a:p>
            <a:r>
              <a:rPr lang="de-DE" dirty="0"/>
              <a:t>Gültigkeit der Masterfolien</a:t>
            </a:r>
          </a:p>
        </p:txBody>
      </p:sp>
      <p:sp>
        <p:nvSpPr>
          <p:cNvPr id="4" name="Foliennummernplatzhalter 3"/>
          <p:cNvSpPr>
            <a:spLocks noGrp="1"/>
          </p:cNvSpPr>
          <p:nvPr>
            <p:ph type="sldNum" sz="quarter" idx="11"/>
          </p:nvPr>
        </p:nvSpPr>
        <p:spPr/>
        <p:txBody>
          <a:bodyPr/>
          <a:lstStyle/>
          <a:p>
            <a:fld id="{CE58CB1E-F828-4F11-99E0-327109AF9DA4}" type="slidenum">
              <a:rPr lang="de-DE" smtClean="0"/>
              <a:pPr/>
              <a:t>9</a:t>
            </a:fld>
            <a:endParaRPr lang="de-DE" dirty="0"/>
          </a:p>
        </p:txBody>
      </p:sp>
      <p:sp>
        <p:nvSpPr>
          <p:cNvPr id="7"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endParaRPr lang="de-DE" dirty="0"/>
          </a:p>
          <a:p>
            <a:r>
              <a:rPr lang="de-DE" dirty="0"/>
              <a:t>Als Grundlage dient der Corporate Design Style Guide der TUM.</a:t>
            </a:r>
            <a:br>
              <a:rPr lang="de-DE" dirty="0"/>
            </a:br>
            <a:r>
              <a:rPr lang="de-DE" dirty="0"/>
              <a:t>Die Präsentationsvorlage ist auf gute Lesbarkeit und klare Darstellung von Informationen optimiert.</a:t>
            </a:r>
          </a:p>
        </p:txBody>
      </p:sp>
      <p:sp>
        <p:nvSpPr>
          <p:cNvPr id="3" name="Titel 2"/>
          <p:cNvSpPr>
            <a:spLocks noGrp="1"/>
          </p:cNvSpPr>
          <p:nvPr>
            <p:ph type="title"/>
          </p:nvPr>
        </p:nvSpPr>
        <p:spPr/>
        <p:txBody>
          <a:bodyPr/>
          <a:lstStyle/>
          <a:p>
            <a:r>
              <a:rPr lang="de-DE" dirty="0"/>
              <a:t>Grundlage der Masterfolien</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10</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19090" y="1847850"/>
            <a:ext cx="8508999" cy="2998470"/>
          </a:xfrm>
        </p:spPr>
        <p:txBody>
          <a:bodyPr/>
          <a:lstStyle/>
          <a:p>
            <a:r>
              <a:rPr lang="de-DE" dirty="0"/>
              <a:t>Als Grundlage dient der Corporate Design Style Guide der TUM.</a:t>
            </a:r>
            <a:br>
              <a:rPr lang="de-DE" dirty="0"/>
            </a:br>
            <a:r>
              <a:rPr lang="de-DE" dirty="0"/>
              <a:t>Die Präsentationsvorlage ist auf gute Lesbarkeit und klare Darstellung von Informationen optimiert.</a:t>
            </a:r>
          </a:p>
        </p:txBody>
      </p:sp>
      <p:sp>
        <p:nvSpPr>
          <p:cNvPr id="3" name="Titel 2"/>
          <p:cNvSpPr>
            <a:spLocks noGrp="1"/>
          </p:cNvSpPr>
          <p:nvPr>
            <p:ph type="title"/>
          </p:nvPr>
        </p:nvSpPr>
        <p:spPr>
          <a:xfrm>
            <a:off x="319090" y="904500"/>
            <a:ext cx="8508999" cy="838575"/>
          </a:xfrm>
        </p:spPr>
        <p:txBody>
          <a:bodyPr/>
          <a:lstStyle/>
          <a:p>
            <a:r>
              <a:rPr lang="de-DE" dirty="0"/>
              <a:t>Hier steht eine Überschrift</a:t>
            </a:r>
            <a:br>
              <a:rPr lang="de-DE" dirty="0"/>
            </a:br>
            <a:r>
              <a:rPr lang="de-DE" dirty="0"/>
              <a:t>max. 2-zeilig</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11</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Das Grundprinzip ist, Informationen bestmöglich zu transportieren. Dazu muss vor allem die Schrift einheitlich und für alle im Raum lesbar sein. </a:t>
            </a:r>
          </a:p>
          <a:p>
            <a:endParaRPr lang="de-DE" dirty="0"/>
          </a:p>
          <a:p>
            <a:r>
              <a:rPr lang="de-DE" dirty="0"/>
              <a:t>Schriftart: Arial</a:t>
            </a:r>
          </a:p>
          <a:p>
            <a:r>
              <a:rPr lang="de-DE" dirty="0"/>
              <a:t>Schriftgrößen: 25 | 18 | 14 | 11</a:t>
            </a:r>
          </a:p>
          <a:p>
            <a:r>
              <a:rPr lang="de-DE" dirty="0"/>
              <a:t>Zeilenabstand: 1,15mm</a:t>
            </a:r>
          </a:p>
          <a:p>
            <a:endParaRPr lang="de-DE" dirty="0"/>
          </a:p>
          <a:p>
            <a:r>
              <a:rPr lang="de-DE" dirty="0"/>
              <a:t>Die Einstellungen sind in den Textfeldern und Textfeldvorlagen dieses </a:t>
            </a:r>
            <a:r>
              <a:rPr lang="de-DE" dirty="0" err="1"/>
              <a:t>ppt</a:t>
            </a:r>
            <a:r>
              <a:rPr lang="de-DE" dirty="0"/>
              <a:t>-Masters als Standard eingestellt. Bei Diagrammen und Tabellen muss die Schriftgröße ggf. angepasst werden. Für Auszeichnungen im Fließtext kann auch fett markiert werden. Bei großer Distanz bzw. kleinem Präsentationsmedium kann der Schriftgrad notfalls proportional erhöht werden.</a:t>
            </a:r>
          </a:p>
        </p:txBody>
      </p:sp>
      <p:sp>
        <p:nvSpPr>
          <p:cNvPr id="3" name="Titel 2"/>
          <p:cNvSpPr>
            <a:spLocks noGrp="1"/>
          </p:cNvSpPr>
          <p:nvPr>
            <p:ph type="title"/>
          </p:nvPr>
        </p:nvSpPr>
        <p:spPr/>
        <p:txBody>
          <a:bodyPr/>
          <a:lstStyle/>
          <a:p>
            <a:r>
              <a:rPr lang="de-DE" dirty="0"/>
              <a:t>Schrift</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12</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Als erstes soll mit schwarz und weiß gearbeitet werden.</a:t>
            </a:r>
            <a:br>
              <a:rPr lang="de-DE" dirty="0"/>
            </a:br>
            <a:r>
              <a:rPr lang="de-DE" dirty="0"/>
              <a:t>Für Aufwändigere Darstellungen sind Farben mit Bedacht und in möglichst geringem Umfang einzusetzen.</a:t>
            </a:r>
            <a:br>
              <a:rPr lang="de-DE" dirty="0"/>
            </a:br>
            <a:r>
              <a:rPr lang="de-DE" dirty="0"/>
              <a:t>In diesem Folienmaster ist die Farbpalette festgelegt.</a:t>
            </a:r>
          </a:p>
          <a:p>
            <a:endParaRPr lang="de-DE" dirty="0"/>
          </a:p>
          <a:p>
            <a:r>
              <a:rPr lang="de-DE" dirty="0"/>
              <a:t>Zuerst mit den Primärfarben arbeiten.</a:t>
            </a:r>
          </a:p>
          <a:p>
            <a:endParaRPr lang="de-DE" dirty="0"/>
          </a:p>
          <a:p>
            <a:endParaRPr lang="de-DE" dirty="0"/>
          </a:p>
          <a:p>
            <a:r>
              <a:rPr lang="de-DE" dirty="0"/>
              <a:t>Für z.B. komplexe Diagramme stehen noch Sekundärfarben zur Verfügung.</a:t>
            </a:r>
          </a:p>
          <a:p>
            <a:endParaRPr lang="de-DE" dirty="0"/>
          </a:p>
          <a:p>
            <a:endParaRPr lang="de-DE" dirty="0"/>
          </a:p>
          <a:p>
            <a:r>
              <a:rPr lang="de-DE" dirty="0"/>
              <a:t>Gering im Einsatz sind die Akzentfarben.</a:t>
            </a:r>
          </a:p>
          <a:p>
            <a:endParaRPr lang="de-DE" dirty="0"/>
          </a:p>
        </p:txBody>
      </p:sp>
      <p:sp>
        <p:nvSpPr>
          <p:cNvPr id="3" name="Titel 2"/>
          <p:cNvSpPr>
            <a:spLocks noGrp="1"/>
          </p:cNvSpPr>
          <p:nvPr>
            <p:ph type="title"/>
          </p:nvPr>
        </p:nvSpPr>
        <p:spPr/>
        <p:txBody>
          <a:bodyPr/>
          <a:lstStyle/>
          <a:p>
            <a:r>
              <a:rPr lang="de-DE"/>
              <a:t>Farben</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13</a:t>
            </a:fld>
            <a:endParaRPr lang="de-DE" dirty="0"/>
          </a:p>
        </p:txBody>
      </p:sp>
      <p:sp>
        <p:nvSpPr>
          <p:cNvPr id="19" name="Fußzeilenplatzhalter 4"/>
          <p:cNvSpPr>
            <a:spLocks noGrp="1"/>
          </p:cNvSpPr>
          <p:nvPr>
            <p:ph type="ftr" sz="quarter" idx="12"/>
          </p:nvPr>
        </p:nvSpPr>
        <p:spPr/>
        <p:txBody>
          <a:bodyPr/>
          <a:lstStyle/>
          <a:p>
            <a:r>
              <a:rPr lang="de-DE" dirty="0"/>
              <a:t>Dr. </a:t>
            </a:r>
            <a:r>
              <a:rPr lang="de-DE" dirty="0" err="1"/>
              <a:t>rer</a:t>
            </a:r>
            <a:r>
              <a:rPr lang="de-DE" dirty="0"/>
              <a:t>. nat. Erika Mustermann (TUM) | kann beliebig erweitert werden | Infos mit Strich trennen</a:t>
            </a:r>
            <a:endParaRPr lang="en-US" dirty="0"/>
          </a:p>
        </p:txBody>
      </p:sp>
      <p:sp>
        <p:nvSpPr>
          <p:cNvPr id="14" name="Rechteck 13"/>
          <p:cNvSpPr/>
          <p:nvPr/>
        </p:nvSpPr>
        <p:spPr>
          <a:xfrm>
            <a:off x="321735" y="2882902"/>
            <a:ext cx="855132" cy="1841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accent1"/>
              </a:solidFill>
            </a:endParaRPr>
          </a:p>
        </p:txBody>
      </p:sp>
      <p:sp>
        <p:nvSpPr>
          <p:cNvPr id="24" name="Rechteck 23"/>
          <p:cNvSpPr/>
          <p:nvPr/>
        </p:nvSpPr>
        <p:spPr>
          <a:xfrm>
            <a:off x="1295402" y="2882902"/>
            <a:ext cx="855132" cy="184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tx1"/>
              </a:solidFill>
            </a:endParaRPr>
          </a:p>
        </p:txBody>
      </p:sp>
      <p:sp>
        <p:nvSpPr>
          <p:cNvPr id="25" name="Rechteck 24"/>
          <p:cNvSpPr/>
          <p:nvPr/>
        </p:nvSpPr>
        <p:spPr>
          <a:xfrm>
            <a:off x="2260602" y="2882902"/>
            <a:ext cx="855132" cy="184148"/>
          </a:xfrm>
          <a:prstGeom prst="rect">
            <a:avLst/>
          </a:prstGeom>
          <a:solidFill>
            <a:schemeClr val="bg1"/>
          </a:solidFill>
          <a:ln w="6350"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6" name="Rechteck 25"/>
          <p:cNvSpPr/>
          <p:nvPr/>
        </p:nvSpPr>
        <p:spPr>
          <a:xfrm>
            <a:off x="321735" y="3594102"/>
            <a:ext cx="855132" cy="1841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7" name="Rechteck 26"/>
          <p:cNvSpPr/>
          <p:nvPr/>
        </p:nvSpPr>
        <p:spPr>
          <a:xfrm>
            <a:off x="1295402" y="3594102"/>
            <a:ext cx="855132" cy="1841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8" name="Rechteck 27"/>
          <p:cNvSpPr/>
          <p:nvPr/>
        </p:nvSpPr>
        <p:spPr>
          <a:xfrm>
            <a:off x="2260602" y="3594102"/>
            <a:ext cx="855132" cy="1841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9" name="Rechteck 28"/>
          <p:cNvSpPr/>
          <p:nvPr/>
        </p:nvSpPr>
        <p:spPr>
          <a:xfrm>
            <a:off x="3225802" y="3594102"/>
            <a:ext cx="855132" cy="184148"/>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6" name="Rechteck 35"/>
          <p:cNvSpPr/>
          <p:nvPr/>
        </p:nvSpPr>
        <p:spPr>
          <a:xfrm>
            <a:off x="321735" y="4328320"/>
            <a:ext cx="855132" cy="1841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7" name="Rechteck 36"/>
          <p:cNvSpPr/>
          <p:nvPr/>
        </p:nvSpPr>
        <p:spPr>
          <a:xfrm>
            <a:off x="1295402" y="4328320"/>
            <a:ext cx="855132" cy="184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8" name="Rechteck 37"/>
          <p:cNvSpPr/>
          <p:nvPr/>
        </p:nvSpPr>
        <p:spPr>
          <a:xfrm>
            <a:off x="2260602" y="4328320"/>
            <a:ext cx="855132" cy="1841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Kurze und knappe Texte, Fließtexte linksbündig, kein Blocksatz</a:t>
            </a:r>
          </a:p>
          <a:p>
            <a:endParaRPr lang="de-DE" dirty="0"/>
          </a:p>
          <a:p>
            <a:r>
              <a:rPr lang="de-DE" dirty="0"/>
              <a:t>Beispiel:</a:t>
            </a:r>
          </a:p>
          <a:p>
            <a:r>
              <a:rPr lang="de-DE" dirty="0" err="1"/>
              <a:t>Tem</a:t>
            </a:r>
            <a:r>
              <a:rPr lang="de-DE" dirty="0"/>
              <a:t> </a:t>
            </a:r>
            <a:r>
              <a:rPr lang="de-DE" dirty="0" err="1"/>
              <a:t>soluptam</a:t>
            </a:r>
            <a:r>
              <a:rPr lang="de-DE" dirty="0"/>
              <a:t>, </a:t>
            </a:r>
            <a:r>
              <a:rPr lang="de-DE" dirty="0" err="1"/>
              <a:t>nisi</a:t>
            </a:r>
            <a:r>
              <a:rPr lang="de-DE" dirty="0"/>
              <a:t> </a:t>
            </a:r>
            <a:r>
              <a:rPr lang="de-DE" dirty="0" err="1"/>
              <a:t>as</a:t>
            </a:r>
            <a:r>
              <a:rPr lang="de-DE" dirty="0"/>
              <a:t> </a:t>
            </a:r>
            <a:r>
              <a:rPr lang="de-DE" dirty="0" err="1"/>
              <a:t>verum</a:t>
            </a:r>
            <a:r>
              <a:rPr lang="de-DE" dirty="0"/>
              <a:t> </a:t>
            </a:r>
            <a:r>
              <a:rPr lang="de-DE" dirty="0" err="1"/>
              <a:t>ereprehendam</a:t>
            </a:r>
            <a:r>
              <a:rPr lang="de-DE" dirty="0"/>
              <a:t> </a:t>
            </a:r>
            <a:r>
              <a:rPr lang="de-DE" dirty="0" err="1"/>
              <a:t>at</a:t>
            </a:r>
            <a:r>
              <a:rPr lang="de-DE" dirty="0"/>
              <a:t> </a:t>
            </a:r>
            <a:r>
              <a:rPr lang="de-DE" dirty="0" err="1"/>
              <a:t>acculpa</a:t>
            </a:r>
            <a:r>
              <a:rPr lang="de-DE" dirty="0"/>
              <a:t> </a:t>
            </a:r>
            <a:r>
              <a:rPr lang="de-DE" dirty="0" err="1"/>
              <a:t>quidisq</a:t>
            </a:r>
            <a:r>
              <a:rPr lang="de-DE" dirty="0"/>
              <a:t> </a:t>
            </a:r>
            <a:r>
              <a:rPr lang="de-DE" dirty="0" err="1"/>
              <a:t>uissit</a:t>
            </a:r>
            <a:r>
              <a:rPr lang="de-DE" dirty="0"/>
              <a:t> </a:t>
            </a:r>
            <a:r>
              <a:rPr lang="de-DE" dirty="0" err="1"/>
              <a:t>volupta</a:t>
            </a:r>
            <a:r>
              <a:rPr lang="de-DE" dirty="0"/>
              <a:t> </a:t>
            </a:r>
            <a:r>
              <a:rPr lang="de-DE" dirty="0" err="1"/>
              <a:t>tusdant</a:t>
            </a:r>
            <a:r>
              <a:rPr lang="de-DE" dirty="0"/>
              <a:t> </a:t>
            </a:r>
            <a:r>
              <a:rPr lang="de-DE" dirty="0" err="1"/>
              <a:t>utem</a:t>
            </a:r>
            <a:r>
              <a:rPr lang="de-DE" dirty="0"/>
              <a:t> </a:t>
            </a:r>
            <a:r>
              <a:rPr lang="de-DE" dirty="0" err="1"/>
              <a:t>as</a:t>
            </a:r>
            <a:r>
              <a:rPr lang="de-DE" dirty="0"/>
              <a:t> </a:t>
            </a:r>
            <a:r>
              <a:rPr lang="de-DE" dirty="0" err="1"/>
              <a:t>etur</a:t>
            </a:r>
            <a:r>
              <a:rPr lang="de-DE" dirty="0"/>
              <a:t>, </a:t>
            </a:r>
            <a:r>
              <a:rPr lang="de-DE" dirty="0" err="1"/>
              <a:t>odi</a:t>
            </a:r>
            <a:r>
              <a:rPr lang="de-DE" dirty="0"/>
              <a:t> </a:t>
            </a:r>
            <a:r>
              <a:rPr lang="de-DE" dirty="0" err="1"/>
              <a:t>odis</a:t>
            </a:r>
            <a:r>
              <a:rPr lang="de-DE" dirty="0"/>
              <a:t> es </a:t>
            </a:r>
            <a:r>
              <a:rPr lang="de-DE" dirty="0" err="1"/>
              <a:t>doluptiae</a:t>
            </a:r>
            <a:r>
              <a:rPr lang="de-DE" dirty="0"/>
              <a:t> dem </a:t>
            </a:r>
            <a:r>
              <a:rPr lang="de-DE" dirty="0" err="1"/>
              <a:t>nimaion</a:t>
            </a:r>
            <a:r>
              <a:rPr lang="de-DE" dirty="0"/>
              <a:t> </a:t>
            </a:r>
            <a:r>
              <a:rPr lang="de-DE" dirty="0" err="1"/>
              <a:t>con</a:t>
            </a:r>
            <a:r>
              <a:rPr lang="de-DE" dirty="0"/>
              <a:t> </a:t>
            </a:r>
            <a:r>
              <a:rPr lang="de-DE" dirty="0" err="1"/>
              <a:t>nossinctenis</a:t>
            </a:r>
            <a:r>
              <a:rPr lang="de-DE" dirty="0"/>
              <a:t> </a:t>
            </a:r>
            <a:r>
              <a:rPr lang="de-DE" dirty="0" err="1"/>
              <a:t>pora</a:t>
            </a:r>
            <a:r>
              <a:rPr lang="de-DE" dirty="0"/>
              <a:t> </a:t>
            </a:r>
            <a:r>
              <a:rPr lang="de-DE" dirty="0" err="1"/>
              <a:t>quam</a:t>
            </a:r>
            <a:r>
              <a:rPr lang="de-DE" dirty="0"/>
              <a:t> </a:t>
            </a:r>
            <a:r>
              <a:rPr lang="de-DE" dirty="0" err="1"/>
              <a:t>voloria</a:t>
            </a:r>
            <a:r>
              <a:rPr lang="de-DE" dirty="0"/>
              <a:t> </a:t>
            </a:r>
            <a:r>
              <a:rPr lang="de-DE" dirty="0" err="1"/>
              <a:t>consenimus</a:t>
            </a:r>
            <a:r>
              <a:rPr lang="de-DE" dirty="0"/>
              <a:t> </a:t>
            </a:r>
            <a:r>
              <a:rPr lang="de-DE" dirty="0" err="1"/>
              <a:t>blabore</a:t>
            </a:r>
            <a:r>
              <a:rPr lang="de-DE" dirty="0"/>
              <a:t> </a:t>
            </a:r>
            <a:r>
              <a:rPr lang="de-DE" dirty="0" err="1"/>
              <a:t>everfer</a:t>
            </a:r>
            <a:r>
              <a:rPr lang="de-DE" dirty="0"/>
              <a:t> </a:t>
            </a:r>
            <a:r>
              <a:rPr lang="de-DE" dirty="0" err="1"/>
              <a:t>epeliquo</a:t>
            </a:r>
            <a:r>
              <a:rPr lang="de-DE" dirty="0"/>
              <a:t> </a:t>
            </a:r>
            <a:r>
              <a:rPr lang="de-DE" dirty="0" err="1"/>
              <a:t>maio</a:t>
            </a:r>
            <a:r>
              <a:rPr lang="de-DE" dirty="0"/>
              <a:t> </a:t>
            </a:r>
            <a:r>
              <a:rPr lang="de-DE" dirty="0" err="1"/>
              <a:t>etur</a:t>
            </a:r>
            <a:r>
              <a:rPr lang="de-DE" dirty="0"/>
              <a:t>.</a:t>
            </a:r>
          </a:p>
        </p:txBody>
      </p:sp>
      <p:sp>
        <p:nvSpPr>
          <p:cNvPr id="3" name="Titel 2"/>
          <p:cNvSpPr>
            <a:spLocks noGrp="1"/>
          </p:cNvSpPr>
          <p:nvPr>
            <p:ph type="title"/>
          </p:nvPr>
        </p:nvSpPr>
        <p:spPr/>
        <p:txBody>
          <a:bodyPr/>
          <a:lstStyle/>
          <a:p>
            <a:r>
              <a:rPr lang="de-DE" dirty="0"/>
              <a:t>Texte</a:t>
            </a:r>
          </a:p>
        </p:txBody>
      </p:sp>
      <p:sp>
        <p:nvSpPr>
          <p:cNvPr id="4" name="Foliennummernplatzhalter 3"/>
          <p:cNvSpPr>
            <a:spLocks noGrp="1"/>
          </p:cNvSpPr>
          <p:nvPr>
            <p:ph type="sldNum" sz="quarter" idx="11"/>
          </p:nvPr>
        </p:nvSpPr>
        <p:spPr/>
        <p:txBody>
          <a:bodyPr/>
          <a:lstStyle/>
          <a:p>
            <a:fld id="{CE58CB1E-F828-4F11-99E0-327109AF9DA4}" type="slidenum">
              <a:rPr lang="de-DE" smtClean="0"/>
              <a:pPr/>
              <a:t>14</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a:t>schlichte Darstellung von Informationen</a:t>
            </a:r>
          </a:p>
          <a:p>
            <a:endParaRPr lang="de-DE"/>
          </a:p>
          <a:p>
            <a:r>
              <a:rPr lang="de-DE"/>
              <a:t>reduzierte Farben</a:t>
            </a:r>
          </a:p>
          <a:p>
            <a:endParaRPr lang="de-DE"/>
          </a:p>
          <a:p>
            <a:r>
              <a:rPr lang="de-DE"/>
              <a:t>Rahmen und Überlagerungen nach Möglichkeit vermeiden</a:t>
            </a:r>
          </a:p>
          <a:p>
            <a:endParaRPr lang="de-DE" dirty="0"/>
          </a:p>
        </p:txBody>
      </p:sp>
      <p:sp>
        <p:nvSpPr>
          <p:cNvPr id="3" name="Titel 2"/>
          <p:cNvSpPr>
            <a:spLocks noGrp="1"/>
          </p:cNvSpPr>
          <p:nvPr>
            <p:ph type="title"/>
          </p:nvPr>
        </p:nvSpPr>
        <p:spPr/>
        <p:txBody>
          <a:bodyPr/>
          <a:lstStyle/>
          <a:p>
            <a:r>
              <a:rPr lang="de-DE"/>
              <a:t>Bilder - Allgemein</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15</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Bei kleinen Aufzählungen auf Aufzählungszeichen verzichten und ggf. zusätzliche Leerzeile</a:t>
            </a:r>
          </a:p>
          <a:p>
            <a:r>
              <a:rPr lang="de-DE" dirty="0"/>
              <a:t>Nur die wesentlichen Punkte nennen und Themen auf verschiedene Seiten splitten.</a:t>
            </a:r>
          </a:p>
          <a:p>
            <a:r>
              <a:rPr lang="de-DE" dirty="0"/>
              <a:t>Punkt 1</a:t>
            </a:r>
          </a:p>
          <a:p>
            <a:r>
              <a:rPr lang="de-DE" dirty="0"/>
              <a:t>Punkt 2</a:t>
            </a:r>
          </a:p>
          <a:p>
            <a:endParaRPr lang="de-DE" dirty="0"/>
          </a:p>
          <a:p>
            <a:r>
              <a:rPr lang="de-DE" dirty="0"/>
              <a:t>Wenn Unterpunkte in einer Aufzählung nötig sind ist ein Einrücken mit – möglich</a:t>
            </a:r>
          </a:p>
          <a:p>
            <a:pPr lvl="1"/>
            <a:r>
              <a:rPr lang="de-DE" dirty="0"/>
              <a:t>Unterpunkt 1</a:t>
            </a:r>
          </a:p>
          <a:p>
            <a:pPr lvl="2"/>
            <a:r>
              <a:rPr lang="de-DE" dirty="0"/>
              <a:t>Unterpunkt 1</a:t>
            </a:r>
          </a:p>
          <a:p>
            <a:pPr lvl="2"/>
            <a:r>
              <a:rPr lang="de-DE" dirty="0"/>
              <a:t>Unterpunkt 2</a:t>
            </a:r>
          </a:p>
          <a:p>
            <a:endParaRPr lang="de-DE" dirty="0"/>
          </a:p>
          <a:p>
            <a:r>
              <a:rPr lang="de-DE" dirty="0"/>
              <a:t>Bei größeren Listen die Standardeinstellung • verwenden</a:t>
            </a:r>
          </a:p>
          <a:p>
            <a:pPr lvl="1"/>
            <a:r>
              <a:rPr lang="de-DE" dirty="0"/>
              <a:t>Unterpunkt 1</a:t>
            </a:r>
          </a:p>
          <a:p>
            <a:pPr lvl="1"/>
            <a:r>
              <a:rPr lang="de-DE" dirty="0"/>
              <a:t>Unterpunkt 2</a:t>
            </a:r>
          </a:p>
          <a:p>
            <a:pPr lvl="1">
              <a:buNone/>
            </a:pPr>
            <a:endParaRPr lang="de-DE" dirty="0"/>
          </a:p>
        </p:txBody>
      </p:sp>
      <p:sp>
        <p:nvSpPr>
          <p:cNvPr id="3" name="Titel 2"/>
          <p:cNvSpPr>
            <a:spLocks noGrp="1"/>
          </p:cNvSpPr>
          <p:nvPr>
            <p:ph type="title"/>
          </p:nvPr>
        </p:nvSpPr>
        <p:spPr/>
        <p:txBody>
          <a:bodyPr/>
          <a:lstStyle/>
          <a:p>
            <a:r>
              <a:rPr lang="de-DE"/>
              <a:t>Aufzählung</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16</a:t>
            </a:fld>
            <a:endParaRPr lang="de-DE" dirty="0"/>
          </a:p>
        </p:txBody>
      </p:sp>
      <p:sp>
        <p:nvSpPr>
          <p:cNvPr id="5"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17</a:t>
            </a:fld>
            <a:endParaRPr lang="de-DE" dirty="0"/>
          </a:p>
        </p:txBody>
      </p:sp>
      <p:sp>
        <p:nvSpPr>
          <p:cNvPr id="10"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14" name="Inhaltsplatzhalter 13"/>
          <p:cNvSpPr>
            <a:spLocks noGrp="1"/>
          </p:cNvSpPr>
          <p:nvPr>
            <p:ph sz="quarter" idx="18"/>
          </p:nvPr>
        </p:nvSpPr>
        <p:spPr/>
        <p:txBody>
          <a:bodyPr/>
          <a:lstStyle/>
          <a:p>
            <a:endParaRPr lang="de-DE"/>
          </a:p>
        </p:txBody>
      </p:sp>
      <p:sp>
        <p:nvSpPr>
          <p:cNvPr id="13" name="Bildplatzhalter 12"/>
          <p:cNvSpPr>
            <a:spLocks noGrp="1"/>
          </p:cNvSpPr>
          <p:nvPr>
            <p:ph type="pic" sz="quarter" idx="14"/>
          </p:nvPr>
        </p:nvSpPr>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idx="14"/>
          </p:nvPr>
        </p:nvSpPr>
        <p:spPr/>
        <p:txBody>
          <a:bodyPr/>
          <a:lstStyle/>
          <a:p>
            <a:r>
              <a:rPr lang="de-DE"/>
              <a:t>Überschrift 2</a:t>
            </a:r>
          </a:p>
          <a:p>
            <a:r>
              <a:rPr lang="de-DE"/>
              <a:t>Hier steht ein einleitender oder beschreibender Fließtext und nach Wunsch eine Aufzählung</a:t>
            </a:r>
          </a:p>
          <a:p>
            <a:r>
              <a:rPr lang="de-DE"/>
              <a:t>Punkt 1</a:t>
            </a:r>
          </a:p>
          <a:p>
            <a:endParaRPr lang="de-DE"/>
          </a:p>
          <a:p>
            <a:r>
              <a:rPr lang="de-DE"/>
              <a:t>Punkt 2</a:t>
            </a:r>
          </a:p>
          <a:p>
            <a:endParaRPr lang="de-DE"/>
          </a:p>
          <a:p>
            <a:r>
              <a:rPr lang="de-DE"/>
              <a:t>Punkt 3</a:t>
            </a:r>
          </a:p>
          <a:p>
            <a:endParaRPr lang="de-DE"/>
          </a:p>
          <a:p>
            <a:r>
              <a:rPr lang="de-DE"/>
              <a:t>Punkt 4</a:t>
            </a:r>
          </a:p>
          <a:p>
            <a:endParaRPr lang="de-DE"/>
          </a:p>
          <a:p>
            <a:endParaRPr lang="de-DE" dirty="0"/>
          </a:p>
        </p:txBody>
      </p:sp>
      <p:sp>
        <p:nvSpPr>
          <p:cNvPr id="13" name="Inhaltsplatzhalter 12"/>
          <p:cNvSpPr>
            <a:spLocks noGrp="1"/>
          </p:cNvSpPr>
          <p:nvPr>
            <p:ph idx="15"/>
          </p:nvPr>
        </p:nvSpPr>
        <p:spPr/>
        <p:txBody>
          <a:bodyPr/>
          <a:lstStyle/>
          <a:p>
            <a:endParaRPr lang="de-DE"/>
          </a:p>
        </p:txBody>
      </p:sp>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6"/>
          </p:nvPr>
        </p:nvSpPr>
        <p:spPr/>
        <p:txBody>
          <a:bodyPr/>
          <a:lstStyle/>
          <a:p>
            <a:fld id="{CE58CB1E-F828-4F11-99E0-327109AF9DA4}" type="slidenum">
              <a:rPr lang="de-DE" smtClean="0"/>
              <a:pPr/>
              <a:t>18</a:t>
            </a:fld>
            <a:endParaRPr lang="de-DE" dirty="0"/>
          </a:p>
        </p:txBody>
      </p:sp>
      <p:sp>
        <p:nvSpPr>
          <p:cNvPr id="7" name="Fußzeilenplatzhalter 4"/>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nhaltsplatzhalter 12"/>
          <p:cNvSpPr>
            <a:spLocks noGrp="1"/>
          </p:cNvSpPr>
          <p:nvPr>
            <p:ph idx="1"/>
          </p:nvPr>
        </p:nvSpPr>
        <p:spPr/>
        <p:txBody>
          <a:bodyPr/>
          <a:lstStyle/>
          <a:p>
            <a:endParaRPr lang="de-DE"/>
          </a:p>
        </p:txBody>
      </p:sp>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1"/>
          </p:nvPr>
        </p:nvSpPr>
        <p:spPr/>
        <p:txBody>
          <a:bodyPr/>
          <a:lstStyle/>
          <a:p>
            <a:fld id="{CE58CB1E-F828-4F11-99E0-327109AF9DA4}" type="slidenum">
              <a:rPr lang="de-DE" smtClean="0"/>
              <a:pPr/>
              <a:t>19</a:t>
            </a:fld>
            <a:endParaRPr lang="de-DE" dirty="0"/>
          </a:p>
        </p:txBody>
      </p:sp>
      <p:sp>
        <p:nvSpPr>
          <p:cNvPr id="8"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Bilder</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20</a:t>
            </a:fld>
            <a:endParaRPr lang="de-DE" dirty="0"/>
          </a:p>
        </p:txBody>
      </p:sp>
      <p:sp>
        <p:nvSpPr>
          <p:cNvPr id="6" name="Fußzeilenplatzhalter 5"/>
          <p:cNvSpPr>
            <a:spLocks noGrp="1"/>
          </p:cNvSpPr>
          <p:nvPr>
            <p:ph type="ftr" sz="quarter" idx="16"/>
          </p:nvPr>
        </p:nvSpPr>
        <p:spPr/>
        <p:txBody>
          <a:bodyPr/>
          <a:lstStyle/>
          <a:p>
            <a:r>
              <a:rPr lang="de-DE" noProof="0"/>
              <a:t>Dr. rer. nat. Erika Mustermann (TUM) | kann beliebig erweitert werden | Infos mit Strich trennen</a:t>
            </a:r>
          </a:p>
        </p:txBody>
      </p:sp>
      <p:sp>
        <p:nvSpPr>
          <p:cNvPr id="7" name="Bildplatzhalter 6"/>
          <p:cNvSpPr>
            <a:spLocks noGrp="1"/>
          </p:cNvSpPr>
          <p:nvPr>
            <p:ph type="pic" sz="quarter" idx="17"/>
          </p:nvPr>
        </p:nvSpPr>
        <p:spPr/>
        <p:txBody>
          <a:bodyPr/>
          <a:lstStyle/>
          <a:p>
            <a:endParaRPr lang="en-US"/>
          </a:p>
        </p:txBody>
      </p:sp>
      <p:sp>
        <p:nvSpPr>
          <p:cNvPr id="3" name="Textplatzhalter 2"/>
          <p:cNvSpPr>
            <a:spLocks noGrp="1"/>
          </p:cNvSpPr>
          <p:nvPr>
            <p:ph type="body" sz="quarter" idx="18"/>
          </p:nvPr>
        </p:nvSpPr>
        <p:spPr>
          <a:prstGeom prst="rect">
            <a:avLst/>
          </a:prstGeom>
        </p:spPr>
        <p:txBody>
          <a:bodyPr/>
          <a:lstStyle/>
          <a:p>
            <a:r>
              <a:rPr lang="de-DE" dirty="0"/>
              <a:t>Bildbeschreibung</a:t>
            </a:r>
            <a:br>
              <a:rPr lang="de-DE" dirty="0"/>
            </a:br>
            <a:r>
              <a:rPr lang="de-DE" dirty="0"/>
              <a:t>oberer Bildrand: Begrenzung durch 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Nicht formatfüllende Bilder</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21</a:t>
            </a:fld>
            <a:endParaRPr lang="de-DE" dirty="0"/>
          </a:p>
        </p:txBody>
      </p:sp>
      <p:sp>
        <p:nvSpPr>
          <p:cNvPr id="10"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Bildplatzhalter 6"/>
          <p:cNvSpPr>
            <a:spLocks noGrp="1"/>
          </p:cNvSpPr>
          <p:nvPr>
            <p:ph type="pic" sz="quarter" idx="17"/>
          </p:nvPr>
        </p:nvSpPr>
        <p:spPr/>
        <p:txBody>
          <a:bodyPr/>
          <a:lstStyle/>
          <a:p>
            <a:endParaRPr lang="en-US"/>
          </a:p>
        </p:txBody>
      </p:sp>
      <p:sp>
        <p:nvSpPr>
          <p:cNvPr id="3" name="Textplatzhalter 2"/>
          <p:cNvSpPr>
            <a:spLocks noGrp="1"/>
          </p:cNvSpPr>
          <p:nvPr>
            <p:ph type="body" sz="quarter" idx="18"/>
          </p:nvPr>
        </p:nvSpPr>
        <p:spPr>
          <a:prstGeom prst="rect">
            <a:avLst/>
          </a:prstGeom>
        </p:spPr>
        <p:txBody>
          <a:bodyPr/>
          <a:lstStyle/>
          <a:p>
            <a:r>
              <a:rPr lang="de-DE"/>
              <a:t>Weißer bzw. transparenter Hintergrund</a:t>
            </a:r>
            <a:br>
              <a:rPr lang="de-DE"/>
            </a:br>
            <a:r>
              <a:rPr lang="de-DE"/>
              <a:t>mit genug Freiraum anordnen</a:t>
            </a:r>
            <a:endParaRPr lang="de-DE"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ildplatzhalter 9"/>
          <p:cNvSpPr>
            <a:spLocks noGrp="1"/>
          </p:cNvSpPr>
          <p:nvPr>
            <p:ph type="pic" sz="quarter" idx="14"/>
          </p:nvPr>
        </p:nvSpPr>
        <p:spPr/>
        <p:txBody>
          <a:bodyPr/>
          <a:lstStyle/>
          <a:p>
            <a:endParaRPr lang="en-US"/>
          </a:p>
        </p:txBody>
      </p:sp>
      <p:sp>
        <p:nvSpPr>
          <p:cNvPr id="3" name="Titel 2"/>
          <p:cNvSpPr>
            <a:spLocks noGrp="1"/>
          </p:cNvSpPr>
          <p:nvPr>
            <p:ph type="title"/>
          </p:nvPr>
        </p:nvSpPr>
        <p:spPr/>
        <p:txBody>
          <a:bodyPr/>
          <a:lstStyle/>
          <a:p>
            <a:r>
              <a:rPr lang="de-DE"/>
              <a:t>Bilder Format füllend - maximale Bildgröße</a:t>
            </a:r>
            <a:endParaRPr lang="de-DE" dirty="0"/>
          </a:p>
        </p:txBody>
      </p:sp>
      <p:sp>
        <p:nvSpPr>
          <p:cNvPr id="4" name="Foliennummernplatzhalter 3"/>
          <p:cNvSpPr>
            <a:spLocks noGrp="1"/>
          </p:cNvSpPr>
          <p:nvPr>
            <p:ph type="sldNum" sz="quarter" idx="15"/>
          </p:nvPr>
        </p:nvSpPr>
        <p:spPr/>
        <p:txBody>
          <a:bodyPr/>
          <a:lstStyle/>
          <a:p>
            <a:fld id="{CE58CB1E-F828-4F11-99E0-327109AF9DA4}" type="slidenum">
              <a:rPr lang="de-DE" smtClean="0"/>
              <a:pPr/>
              <a:t>22</a:t>
            </a:fld>
            <a:endParaRPr lang="de-DE" dirty="0"/>
          </a:p>
        </p:txBody>
      </p:sp>
      <p:sp>
        <p:nvSpPr>
          <p:cNvPr id="5"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t>Nicht Format füllende Bilder</a:t>
            </a:r>
            <a:endParaRPr lang="de-DE" dirty="0"/>
          </a:p>
        </p:txBody>
      </p:sp>
      <p:sp>
        <p:nvSpPr>
          <p:cNvPr id="4" name="Foliennummernplatzhalter 3"/>
          <p:cNvSpPr>
            <a:spLocks noGrp="1"/>
          </p:cNvSpPr>
          <p:nvPr>
            <p:ph type="sldNum" sz="quarter" idx="15"/>
          </p:nvPr>
        </p:nvSpPr>
        <p:spPr/>
        <p:txBody>
          <a:bodyPr/>
          <a:lstStyle/>
          <a:p>
            <a:fld id="{CE58CB1E-F828-4F11-99E0-327109AF9DA4}" type="slidenum">
              <a:rPr lang="de-DE" smtClean="0"/>
              <a:pPr/>
              <a:t>23</a:t>
            </a:fld>
            <a:endParaRPr lang="de-DE" dirty="0"/>
          </a:p>
        </p:txBody>
      </p:sp>
      <p:sp>
        <p:nvSpPr>
          <p:cNvPr id="11"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Inhaltsplatzhalter 6"/>
          <p:cNvSpPr>
            <a:spLocks noGrp="1"/>
          </p:cNvSpPr>
          <p:nvPr>
            <p:ph sz="quarter" idx="18"/>
          </p:nvPr>
        </p:nvSpPr>
        <p:spPr/>
        <p:txBody>
          <a:bodyPr/>
          <a:lstStyle/>
          <a:p>
            <a:r>
              <a:rPr lang="de-DE"/>
              <a:t>Bilderklärung</a:t>
            </a:r>
            <a:endParaRPr lang="de-DE" dirty="0"/>
          </a:p>
        </p:txBody>
      </p:sp>
      <p:sp>
        <p:nvSpPr>
          <p:cNvPr id="8" name="Bildplatzhalter 7"/>
          <p:cNvSpPr>
            <a:spLocks noGrp="1"/>
          </p:cNvSpPr>
          <p:nvPr>
            <p:ph type="pic" sz="quarter" idx="14"/>
          </p:nvPr>
        </p:nvSpPr>
        <p:spPr/>
        <p:txBody>
          <a:bodyPr/>
          <a:lstStyle/>
          <a:p>
            <a:endParaRPr lang="en-US"/>
          </a:p>
        </p:txBody>
      </p:sp>
      <p:sp>
        <p:nvSpPr>
          <p:cNvPr id="2" name="Textplatzhalter 1"/>
          <p:cNvSpPr>
            <a:spLocks noGrp="1"/>
          </p:cNvSpPr>
          <p:nvPr>
            <p:ph type="body" sz="quarter" idx="19"/>
          </p:nvPr>
        </p:nvSpPr>
        <p:spPr>
          <a:prstGeom prst="rect">
            <a:avLst/>
          </a:prstGeom>
        </p:spPr>
        <p:txBody>
          <a:bodyPr/>
          <a:lstStyle/>
          <a:p>
            <a:r>
              <a:rPr lang="de-DE"/>
              <a:t>Alternativ mit formatfüllendem Hintergrund: 5 % schwarz</a:t>
            </a:r>
          </a:p>
          <a:p>
            <a:r>
              <a:rPr lang="de-DE"/>
              <a:t>Beschriftungen können zusätzlich neben den Bildern angebracht werden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nvPr>
        </p:nvGraphicFramePr>
        <p:xfrm>
          <a:off x="319088" y="214312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0" marR="0" marT="135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3" name="Titel 2"/>
          <p:cNvSpPr>
            <a:spLocks noGrp="1"/>
          </p:cNvSpPr>
          <p:nvPr>
            <p:ph type="title"/>
          </p:nvPr>
        </p:nvSpPr>
        <p:spPr/>
        <p:txBody>
          <a:bodyPr/>
          <a:lstStyle/>
          <a:p>
            <a:r>
              <a:rPr lang="de-DE"/>
              <a:t>Tabelle – Beispiel 1</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24</a:t>
            </a:fld>
            <a:endParaRPr lang="de-DE" dirty="0"/>
          </a:p>
        </p:txBody>
      </p:sp>
      <p:sp>
        <p:nvSpPr>
          <p:cNvPr id="10"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2" name="Textplatzhalter 1"/>
          <p:cNvSpPr>
            <a:spLocks noGrp="1"/>
          </p:cNvSpPr>
          <p:nvPr>
            <p:ph type="body" sz="quarter" idx="13"/>
          </p:nvPr>
        </p:nvSpPr>
        <p:spPr/>
        <p:txBody>
          <a:bodyPr/>
          <a:lstStyle/>
          <a:p>
            <a:r>
              <a:rPr lang="de-DE" dirty="0"/>
              <a:t>Tabelle ohne Farbe und kein Rand</a:t>
            </a:r>
            <a:br>
              <a:rPr lang="de-DE" dirty="0"/>
            </a:br>
            <a:r>
              <a:rPr lang="de-DE" dirty="0"/>
              <a:t>innerer Seitenrand links 0 cm, oben z.B. 0,5 cm (für genug Zeilenabstand innerhalb)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nvPr>
        </p:nvGraphicFramePr>
        <p:xfrm>
          <a:off x="319088" y="2314575"/>
          <a:ext cx="8509507" cy="15894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Strecke</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39 km/Tag (14.360 km/Jahr)</a:t>
                      </a:r>
                      <a:endParaRPr lang="de-DE" sz="1200" dirty="0">
                        <a:latin typeface="+mn-lt"/>
                      </a:endParaRPr>
                    </a:p>
                  </a:txBody>
                  <a:tcPr marL="54000" marR="0" marT="135000" marB="0" anchor="ctr"/>
                </a:tc>
                <a:extLst>
                  <a:ext uri="{0D108BD9-81ED-4DB2-BD59-A6C34878D82A}">
                    <a16:rowId xmlns:a16="http://schemas.microsoft.com/office/drawing/2014/main" val="10000"/>
                  </a:ext>
                </a:extLst>
              </a:tr>
              <a:tr h="317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Ø - Geschwindigkeit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25 km/h</a:t>
                      </a:r>
                      <a:endParaRPr lang="de-DE" sz="1200" dirty="0">
                        <a:latin typeface="+mn-lt"/>
                      </a:endParaRPr>
                    </a:p>
                  </a:txBody>
                  <a:tcPr marL="54000" marR="0" marT="135000" marB="0" anchor="ctr"/>
                </a:tc>
                <a:extLst>
                  <a:ext uri="{0D108BD9-81ED-4DB2-BD59-A6C34878D82A}">
                    <a16:rowId xmlns:a16="http://schemas.microsoft.com/office/drawing/2014/main" val="10001"/>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Ø - Verfügbare Ladezeit</a:t>
                      </a:r>
                      <a:endParaRPr lang="de-DE" sz="120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22 h/Tag</a:t>
                      </a:r>
                      <a:endParaRPr lang="de-DE" sz="1200" dirty="0">
                        <a:latin typeface="+mn-lt"/>
                      </a:endParaRPr>
                    </a:p>
                  </a:txBody>
                  <a:tcPr marL="54000" marR="0" marT="135000" marB="0" anchor="ctr"/>
                </a:tc>
                <a:extLst>
                  <a:ext uri="{0D108BD9-81ED-4DB2-BD59-A6C34878D82A}">
                    <a16:rowId xmlns:a16="http://schemas.microsoft.com/office/drawing/2014/main" val="10002"/>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Kosten</a:t>
                      </a:r>
                      <a:endParaRPr lang="de-DE" sz="1200" dirty="0">
                        <a:latin typeface="+mn-lt"/>
                      </a:endParaRPr>
                    </a:p>
                  </a:txBody>
                  <a:tcPr marL="54000" marR="0" marT="135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Kleinwagen mit Verbrennungsmotor</a:t>
                      </a:r>
                      <a:endParaRPr lang="de-DE" sz="1200" dirty="0">
                        <a:latin typeface="+mn-lt"/>
                      </a:endParaRPr>
                    </a:p>
                  </a:txBody>
                  <a:tcPr marL="54000" marR="0" marT="135000" marB="0" anchor="ctr"/>
                </a:tc>
                <a:extLst>
                  <a:ext uri="{0D108BD9-81ED-4DB2-BD59-A6C34878D82A}">
                    <a16:rowId xmlns:a16="http://schemas.microsoft.com/office/drawing/2014/main" val="10003"/>
                  </a:ext>
                </a:extLst>
              </a:tr>
              <a:tr h="3178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Einsatzgebiet</a:t>
                      </a:r>
                      <a:endParaRPr lang="de-DE" sz="1200" b="0" dirty="0">
                        <a:latin typeface="+mn-lt"/>
                      </a:endParaRPr>
                    </a:p>
                  </a:txBody>
                  <a:tcPr marL="54000" marR="0" marT="135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Stadt und Umland</a:t>
                      </a:r>
                      <a:endParaRPr lang="de-DE" sz="1200" dirty="0">
                        <a:latin typeface="+mn-lt"/>
                      </a:endParaRPr>
                    </a:p>
                  </a:txBody>
                  <a:tcPr marL="54000" marR="0" marT="135000" marB="0" anchor="ctr"/>
                </a:tc>
                <a:extLst>
                  <a:ext uri="{0D108BD9-81ED-4DB2-BD59-A6C34878D82A}">
                    <a16:rowId xmlns:a16="http://schemas.microsoft.com/office/drawing/2014/main" val="10004"/>
                  </a:ext>
                </a:extLst>
              </a:tr>
            </a:tbl>
          </a:graphicData>
        </a:graphic>
      </p:graphicFrame>
      <p:sp>
        <p:nvSpPr>
          <p:cNvPr id="3" name="Titel 2"/>
          <p:cNvSpPr>
            <a:spLocks noGrp="1"/>
          </p:cNvSpPr>
          <p:nvPr>
            <p:ph type="title"/>
          </p:nvPr>
        </p:nvSpPr>
        <p:spPr/>
        <p:txBody>
          <a:bodyPr/>
          <a:lstStyle/>
          <a:p>
            <a:r>
              <a:rPr lang="de-DE"/>
              <a:t>Tabelle – Beispiel 2</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25</a:t>
            </a:fld>
            <a:endParaRPr lang="de-DE" dirty="0"/>
          </a:p>
        </p:txBody>
      </p:sp>
      <p:sp>
        <p:nvSpPr>
          <p:cNvPr id="10"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2" name="Textplatzhalter 1"/>
          <p:cNvSpPr>
            <a:spLocks noGrp="1"/>
          </p:cNvSpPr>
          <p:nvPr>
            <p:ph type="body" sz="quarter" idx="13"/>
          </p:nvPr>
        </p:nvSpPr>
        <p:spPr/>
        <p:txBody>
          <a:bodyPr/>
          <a:lstStyle/>
          <a:p>
            <a:r>
              <a:rPr lang="de-DE"/>
              <a:t>Tabelle mit schwarzem Rand</a:t>
            </a:r>
            <a:br>
              <a:rPr lang="de-DE"/>
            </a:br>
            <a:r>
              <a:rPr lang="de-DE"/>
              <a:t>innerer Seitenrand links 0,15 cm, oben z.B. 0,5 cm (für genug Zeilenabstand innerhalb) </a:t>
            </a:r>
            <a:endParaRPr lang="de-DE"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a:t>Diagramme – Beispiel 1</a:t>
            </a:r>
            <a:endParaRPr lang="de-DE" dirty="0"/>
          </a:p>
        </p:txBody>
      </p:sp>
      <p:sp>
        <p:nvSpPr>
          <p:cNvPr id="5" name="Foliennummernplatzhalter 4"/>
          <p:cNvSpPr>
            <a:spLocks noGrp="1"/>
          </p:cNvSpPr>
          <p:nvPr>
            <p:ph type="sldNum" sz="quarter" idx="11"/>
          </p:nvPr>
        </p:nvSpPr>
        <p:spPr/>
        <p:txBody>
          <a:bodyPr/>
          <a:lstStyle/>
          <a:p>
            <a:fld id="{CE58CB1E-F828-4F11-99E0-327109AF9DA4}" type="slidenum">
              <a:rPr lang="de-DE" smtClean="0"/>
              <a:pPr/>
              <a:t>26</a:t>
            </a:fld>
            <a:endParaRPr lang="de-DE" dirty="0"/>
          </a:p>
        </p:txBody>
      </p:sp>
      <p:sp>
        <p:nvSpPr>
          <p:cNvPr id="9" name="Fußzeilenplatzhalter 4"/>
          <p:cNvSpPr>
            <a:spLocks noGrp="1"/>
          </p:cNvSpPr>
          <p:nvPr>
            <p:ph type="ftr" sz="quarter" idx="12"/>
          </p:nvPr>
        </p:nvSpPr>
        <p:spPr/>
        <p:txBody>
          <a:bodyPr/>
          <a:lstStyle/>
          <a:p>
            <a:r>
              <a:rPr lang="de-DE" dirty="0"/>
              <a:t>Dr. </a:t>
            </a:r>
            <a:r>
              <a:rPr lang="de-DE" dirty="0" err="1"/>
              <a:t>rer</a:t>
            </a:r>
            <a:r>
              <a:rPr lang="de-DE" dirty="0"/>
              <a:t>. nat. Erika Mustermann (TUM) | kann beliebig erweitert werden | Infos mit Strich trennen</a:t>
            </a:r>
            <a:endParaRPr lang="en-US" dirty="0"/>
          </a:p>
        </p:txBody>
      </p:sp>
      <p:sp>
        <p:nvSpPr>
          <p:cNvPr id="3" name="Textplatzhalter 2"/>
          <p:cNvSpPr>
            <a:spLocks noGrp="1"/>
          </p:cNvSpPr>
          <p:nvPr>
            <p:ph type="body" sz="quarter" idx="13"/>
          </p:nvPr>
        </p:nvSpPr>
        <p:spPr/>
        <p:txBody>
          <a:bodyPr/>
          <a:lstStyle/>
          <a:p>
            <a:r>
              <a:rPr lang="de-DE" dirty="0"/>
              <a:t>Nach Möglichkeit linksbündig bleiben</a:t>
            </a:r>
            <a:br>
              <a:rPr lang="de-DE" dirty="0"/>
            </a:br>
            <a:r>
              <a:rPr lang="de-DE" dirty="0"/>
              <a:t>Unnötige Striche und Balken vermeiden</a:t>
            </a:r>
          </a:p>
        </p:txBody>
      </p:sp>
      <p:graphicFrame>
        <p:nvGraphicFramePr>
          <p:cNvPr id="14" name="Inhaltsplatzhalter 13"/>
          <p:cNvGraphicFramePr>
            <a:graphicFrameLocks noGrp="1"/>
          </p:cNvGraphicFramePr>
          <p:nvPr>
            <p:ph idx="1"/>
          </p:nvPr>
        </p:nvGraphicFramePr>
        <p:xfrm>
          <a:off x="114300" y="2286000"/>
          <a:ext cx="9029700" cy="2352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Inhaltsplatzhalter 5"/>
          <p:cNvGraphicFramePr>
            <a:graphicFrameLocks noGrp="1"/>
          </p:cNvGraphicFramePr>
          <p:nvPr>
            <p:ph idx="1"/>
            <p:extLst>
              <p:ext uri="{D42A27DB-BD31-4B8C-83A1-F6EECF244321}">
                <p14:modId xmlns:p14="http://schemas.microsoft.com/office/powerpoint/2010/main" val="2021366215"/>
              </p:ext>
            </p:extLst>
          </p:nvPr>
        </p:nvGraphicFramePr>
        <p:xfrm>
          <a:off x="319088" y="1647825"/>
          <a:ext cx="8701087"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3" name="Titel 2"/>
          <p:cNvSpPr>
            <a:spLocks noGrp="1"/>
          </p:cNvSpPr>
          <p:nvPr>
            <p:ph type="title"/>
          </p:nvPr>
        </p:nvSpPr>
        <p:spPr/>
        <p:txBody>
          <a:bodyPr/>
          <a:lstStyle/>
          <a:p>
            <a:r>
              <a:rPr lang="de-DE"/>
              <a:t>Diagramme</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27</a:t>
            </a:fld>
            <a:endParaRPr lang="de-DE" dirty="0"/>
          </a:p>
        </p:txBody>
      </p:sp>
      <p:sp>
        <p:nvSpPr>
          <p:cNvPr id="7"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Titel 1</Template>
  <TotalTime>90</TotalTime>
  <Words>1116</Words>
  <Application>Microsoft Macintosh PowerPoint</Application>
  <PresentationFormat>On-screen Show (16:9)</PresentationFormat>
  <Paragraphs>169</Paragraphs>
  <Slides>27</Slides>
  <Notes>3</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27</vt:i4>
      </vt:variant>
    </vt:vector>
  </HeadingPairs>
  <TitlesOfParts>
    <vt:vector size="38" baseType="lpstr">
      <vt:lpstr>Arial</vt:lpstr>
      <vt:lpstr>Calibri</vt:lpstr>
      <vt:lpstr>Courier New</vt:lpstr>
      <vt:lpstr>Symbol</vt:lpstr>
      <vt:lpstr>Wingdings</vt:lpstr>
      <vt:lpstr>Titel 1</vt:lpstr>
      <vt:lpstr>Titel 2</vt:lpstr>
      <vt:lpstr>Titel 3</vt:lpstr>
      <vt:lpstr>Inhalt</vt:lpstr>
      <vt:lpstr>Kapiteltrenner blau</vt:lpstr>
      <vt:lpstr>Kapiteltrenner schwarz</vt:lpstr>
      <vt:lpstr>Ablations + SOTA Fraj Yassine Lakhal TUM School of Computation, Information and Technology </vt:lpstr>
      <vt:lpstr>Outline</vt:lpstr>
      <vt:lpstr>Ablations</vt:lpstr>
      <vt:lpstr>Ablations</vt:lpstr>
      <vt:lpstr>SOTA Comparison</vt:lpstr>
      <vt:lpstr>SOTA Comparison</vt:lpstr>
      <vt:lpstr>SOTA Comparison</vt:lpstr>
      <vt:lpstr>SOTA Comparison</vt:lpstr>
      <vt:lpstr>Gültigkeit der Masterfolien</vt:lpstr>
      <vt:lpstr>Grundlage der Masterfolien</vt:lpstr>
      <vt:lpstr>Hier steht eine Überschrift max. 2-zeilig</vt:lpstr>
      <vt:lpstr>Schrift</vt:lpstr>
      <vt:lpstr>Farben</vt:lpstr>
      <vt:lpstr>Texte</vt:lpstr>
      <vt:lpstr>Bilder - Allgemein</vt:lpstr>
      <vt:lpstr>Aufzählung</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Lakhal, Fraj Yassine</dc:creator>
  <cp:lastModifiedBy>Lakhal, Fraj Yassine</cp:lastModifiedBy>
  <cp:revision>1</cp:revision>
  <cp:lastPrinted>2015-07-30T14:04:45Z</cp:lastPrinted>
  <dcterms:created xsi:type="dcterms:W3CDTF">2026-08-21T10:41:02Z</dcterms:created>
  <dcterms:modified xsi:type="dcterms:W3CDTF">2026-08-21T12:11:59Z</dcterms:modified>
</cp:coreProperties>
</file>